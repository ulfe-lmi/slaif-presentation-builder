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style1.xml" ContentType="application/vnd.ms-office.chartstyl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  <Override PartName="/ppt/charts/colors1.xml" ContentType="application/vnd.ms-office.chartcolorstyl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69" r:id="rId2"/>
    <p:sldId id="284" r:id="rId3"/>
    <p:sldId id="308" r:id="rId4"/>
    <p:sldId id="299" r:id="rId5"/>
    <p:sldId id="270" r:id="rId6"/>
    <p:sldId id="287" r:id="rId7"/>
    <p:sldId id="288" r:id="rId8"/>
    <p:sldId id="280" r:id="rId9"/>
    <p:sldId id="289" r:id="rId10"/>
    <p:sldId id="290" r:id="rId11"/>
    <p:sldId id="274" r:id="rId12"/>
    <p:sldId id="275" r:id="rId13"/>
    <p:sldId id="264" r:id="rId14"/>
    <p:sldId id="291" r:id="rId15"/>
    <p:sldId id="292" r:id="rId16"/>
    <p:sldId id="271" r:id="rId17"/>
    <p:sldId id="293" r:id="rId18"/>
    <p:sldId id="303" r:id="rId19"/>
    <p:sldId id="281" r:id="rId20"/>
    <p:sldId id="307" r:id="rId21"/>
    <p:sldId id="300" r:id="rId22"/>
    <p:sldId id="283" r:id="rId23"/>
    <p:sldId id="301" r:id="rId24"/>
    <p:sldId id="279" r:id="rId25"/>
    <p:sldId id="302" r:id="rId26"/>
    <p:sldId id="309" r:id="rId27"/>
    <p:sldId id="310" r:id="rId28"/>
    <p:sldId id="311" r:id="rId29"/>
    <p:sldId id="265" r:id="rId30"/>
    <p:sldId id="278" r:id="rId31"/>
    <p:sldId id="296" r:id="rId32"/>
    <p:sldId id="297" r:id="rId3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9B9D"/>
    <a:srgbClr val="7A7A7C"/>
    <a:srgbClr val="58595B"/>
    <a:srgbClr val="E03127"/>
    <a:srgbClr val="ACAC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l-SI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Prodaja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DFD-478E-A394-E65FA0FE0AEA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DDFD-478E-A394-E65FA0FE0AEA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DDFD-478E-A394-E65FA0FE0AEA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DFD-478E-A394-E65FA0FE0AEA}"/>
              </c:ext>
            </c:extLst>
          </c:dPt>
          <c:dPt>
            <c:idx val="4"/>
            <c:bubble3D val="0"/>
            <c:spPr>
              <a:solidFill>
                <a:srgbClr val="58595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DFD-478E-A394-E65FA0FE0AE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72E19F5-88A7-4776-B8E5-3438B27B3F10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DFD-478E-A394-E65FA0FE0AE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A30DC37-B71A-415E-8E15-377F79BCF5B4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DDFD-478E-A394-E65FA0FE0AE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05E57B4-7798-4103-AF07-39EDE6BD5C5F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DFD-478E-A394-E65FA0FE0AE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0A1BE93-EB12-4E8D-BE9F-3FDCF632D5C2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DFD-478E-A394-E65FA0FE0AE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69E502C-22C5-4EF0-A249-36122F049CB5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DFD-478E-A394-E65FA0FE0A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List1!$A$2:$A$6</c:f>
              <c:strCache>
                <c:ptCount val="5"/>
                <c:pt idx="0">
                  <c:v>1. metoda</c:v>
                </c:pt>
                <c:pt idx="1">
                  <c:v>2. metoda</c:v>
                </c:pt>
                <c:pt idx="2">
                  <c:v>3. metoda</c:v>
                </c:pt>
                <c:pt idx="3">
                  <c:v>4. metoda</c:v>
                </c:pt>
                <c:pt idx="4">
                  <c:v>5. metoda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12.5</c:v>
                </c:pt>
                <c:pt idx="2">
                  <c:v>12.5</c:v>
                </c:pt>
                <c:pt idx="3">
                  <c:v>12.5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FD-478E-A394-E65FA0FE0A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l-S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l-SI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Prodaja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421-406C-97FE-8E0CA0F2DB1C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21-406C-97FE-8E0CA0F2DB1C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421-406C-97FE-8E0CA0F2DB1C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421-406C-97FE-8E0CA0F2DB1C}"/>
              </c:ext>
            </c:extLst>
          </c:dPt>
          <c:dPt>
            <c:idx val="4"/>
            <c:bubble3D val="0"/>
            <c:spPr>
              <a:solidFill>
                <a:srgbClr val="58595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421-406C-97FE-8E0CA0F2DB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72E19F5-88A7-4776-B8E5-3438B27B3F10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421-406C-97FE-8E0CA0F2DB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A30DC37-B71A-415E-8E15-377F79BCF5B4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421-406C-97FE-8E0CA0F2DB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05E57B4-7798-4103-AF07-39EDE6BD5C5F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421-406C-97FE-8E0CA0F2DB1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0A1BE93-EB12-4E8D-BE9F-3FDCF632D5C2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421-406C-97FE-8E0CA0F2DB1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69E502C-22C5-4EF0-A249-36122F049CB5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5421-406C-97FE-8E0CA0F2DB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List1!$A$2:$A$6</c:f>
              <c:strCache>
                <c:ptCount val="5"/>
                <c:pt idx="0">
                  <c:v>1. metoda</c:v>
                </c:pt>
                <c:pt idx="1">
                  <c:v>2. metoda</c:v>
                </c:pt>
                <c:pt idx="2">
                  <c:v>3. metoda</c:v>
                </c:pt>
                <c:pt idx="3">
                  <c:v>4. metoda</c:v>
                </c:pt>
                <c:pt idx="4">
                  <c:v>5. metoda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12.5</c:v>
                </c:pt>
                <c:pt idx="2">
                  <c:v>12.5</c:v>
                </c:pt>
                <c:pt idx="3">
                  <c:v>12.5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21-406C-97FE-8E0CA0F2DB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l-S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l-SI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262998616831591E-2"/>
          <c:y val="3.2616753150481841E-2"/>
          <c:w val="0.97347400276633678"/>
          <c:h val="0.669889506954699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2021/22</c:v>
                </c:pt>
              </c:strCache>
            </c:strRef>
          </c:tx>
          <c:spPr>
            <a:solidFill>
              <a:srgbClr val="E03127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142B1E0-BE40-4DB6-991B-E0C5FABE6CAD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ED5-461B-A323-628372DE98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4A3323F-2D09-4A1C-B893-DDD9A2E93C99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EED5-461B-A323-628372DE98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0DA85BF-623E-41DD-B77D-E8F0880BAF66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EED5-461B-A323-628372DE983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CEC98D4-81D1-43C2-BF99-DEDF29FD21CD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EED5-461B-A323-628372DE9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4"/>
                <c:pt idx="0">
                  <c:v>prva stopnja</c:v>
                </c:pt>
                <c:pt idx="1">
                  <c:v>druga stopnja</c:v>
                </c:pt>
                <c:pt idx="2">
                  <c:v>tretja stopnja</c:v>
                </c:pt>
                <c:pt idx="3">
                  <c:v>skupaj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5-461B-A323-628372DE983A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2022/23</c:v>
                </c:pt>
              </c:strCache>
            </c:strRef>
          </c:tx>
          <c:spPr>
            <a:solidFill>
              <a:srgbClr val="58595B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AA4762D-0A38-4735-A910-8BF7F6BD3342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ED5-461B-A323-628372DE98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A3B7CA3-C212-4D0B-8AD2-A7DE6DD86D32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ED5-461B-A323-628372DE98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541909F-9216-46F2-8A0C-E159298E3DF4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EED5-461B-A323-628372DE983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9978077-BDF1-4C13-B827-1C7EFD86B021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EED5-461B-A323-628372DE9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4"/>
                <c:pt idx="0">
                  <c:v>prva stopnja</c:v>
                </c:pt>
                <c:pt idx="1">
                  <c:v>druga stopnja</c:v>
                </c:pt>
                <c:pt idx="2">
                  <c:v>tretja stopnja</c:v>
                </c:pt>
                <c:pt idx="3">
                  <c:v>skupaj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D5-461B-A323-628372DE983A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2023/24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0B44FB0-A6DD-487D-8C83-22856440C0C0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ED5-461B-A323-628372DE98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ED0A754-6ED1-4197-90D7-03BBB3FF6D61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EED5-461B-A323-628372DE98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8263FFD-5782-4B64-87DD-198ED40CD609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EED5-461B-A323-628372DE983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5C43B69-DAE3-4CA6-A420-92B1900D5927}" type="VALUE">
                      <a:rPr lang="en-US" smtClean="0"/>
                      <a:pPr/>
                      <a:t>[VREDNOST]</a:t>
                    </a:fld>
                    <a:r>
                      <a:rPr lang="en-US"/>
                      <a:t>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EED5-461B-A323-628372DE9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4"/>
                <c:pt idx="0">
                  <c:v>prva stopnja</c:v>
                </c:pt>
                <c:pt idx="1">
                  <c:v>druga stopnja</c:v>
                </c:pt>
                <c:pt idx="2">
                  <c:v>tretja stopnja</c:v>
                </c:pt>
                <c:pt idx="3">
                  <c:v>skupaj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D5-461B-A323-628372DE98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9148880"/>
        <c:axId val="1279149360"/>
      </c:barChart>
      <c:catAx>
        <c:axId val="127914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l-SI"/>
          </a:p>
        </c:txPr>
        <c:crossAx val="1279149360"/>
        <c:crosses val="autoZero"/>
        <c:auto val="1"/>
        <c:lblAlgn val="ctr"/>
        <c:lblOffset val="100"/>
        <c:noMultiLvlLbl val="0"/>
      </c:catAx>
      <c:valAx>
        <c:axId val="1279149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9148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4345719758820394E-2"/>
          <c:y val="0.82182474040263132"/>
          <c:w val="0.34608954679184961"/>
          <c:h val="0.178175259597368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l-S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5495F-D77B-40F2-9EDB-07A2E7463BF8}" type="datetimeFigureOut">
              <a:rPr lang="sl-SI" smtClean="0"/>
              <a:t>26. 05. 2024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6AFB8-08F2-480C-B494-DDC3F7B60F1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51398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 diapozitiv (rdeč)">
    <p:bg>
      <p:bgPr>
        <a:solidFill>
          <a:srgbClr val="E03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a 1">
            <a:extLst>
              <a:ext uri="{FF2B5EF4-FFF2-40B4-BE49-F238E27FC236}">
                <a16:creationId xmlns:a16="http://schemas.microsoft.com/office/drawing/2014/main" id="{252249A3-B2E5-37E4-E029-DD4C6DA100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261" b="9209"/>
          <a:stretch/>
        </p:blipFill>
        <p:spPr>
          <a:xfrm>
            <a:off x="5752790" y="0"/>
            <a:ext cx="6439210" cy="6858000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2BC73032-28FB-C69A-765D-2DE7A570BA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1" y="718030"/>
            <a:ext cx="2500584" cy="1134224"/>
          </a:xfrm>
          <a:prstGeom prst="rect">
            <a:avLst/>
          </a:prstGeom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6298F08-C5B7-92B0-A668-F67E9388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A0AE-E887-4AC0-8BDD-9A48FB8B8B97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09C83B31-3627-AC51-1CE3-A97FE0EB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8" name="Naslov 1">
            <a:extLst>
              <a:ext uri="{FF2B5EF4-FFF2-40B4-BE49-F238E27FC236}">
                <a16:creationId xmlns:a16="http://schemas.microsoft.com/office/drawing/2014/main" id="{551FE224-8ACE-2249-D0D4-F4FE7D9FF9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8725" y="718032"/>
            <a:ext cx="5795529" cy="31058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Naslovni diapozitiv predstavitve</a:t>
            </a:r>
          </a:p>
        </p:txBody>
      </p:sp>
      <p:sp>
        <p:nvSpPr>
          <p:cNvPr id="9" name="Podnaslov 2">
            <a:extLst>
              <a:ext uri="{FF2B5EF4-FFF2-40B4-BE49-F238E27FC236}">
                <a16:creationId xmlns:a16="http://schemas.microsoft.com/office/drawing/2014/main" id="{B3BEF6E6-045F-C010-9633-967AC58C53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98723" y="4036291"/>
            <a:ext cx="5795531" cy="12215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 dirty="0"/>
              <a:t>Podnaslov predstavitve</a:t>
            </a:r>
          </a:p>
        </p:txBody>
      </p:sp>
      <p:sp>
        <p:nvSpPr>
          <p:cNvPr id="12" name="Označba mesta vsebine 11">
            <a:extLst>
              <a:ext uri="{FF2B5EF4-FFF2-40B4-BE49-F238E27FC236}">
                <a16:creationId xmlns:a16="http://schemas.microsoft.com/office/drawing/2014/main" id="{473B8309-1F58-3D0A-90AC-115BB4052A4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98725" y="5680364"/>
            <a:ext cx="2941493" cy="539459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Predavatelj</a:t>
            </a:r>
          </a:p>
        </p:txBody>
      </p:sp>
      <p:sp>
        <p:nvSpPr>
          <p:cNvPr id="14" name="Označba mesta vsebine 11">
            <a:extLst>
              <a:ext uri="{FF2B5EF4-FFF2-40B4-BE49-F238E27FC236}">
                <a16:creationId xmlns:a16="http://schemas.microsoft.com/office/drawing/2014/main" id="{9452B4FE-F4DD-D462-D15A-A130AD82ED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054621" y="5680364"/>
            <a:ext cx="2239632" cy="539459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Kraj in datum</a:t>
            </a:r>
          </a:p>
        </p:txBody>
      </p:sp>
    </p:spTree>
    <p:extLst>
      <p:ext uri="{BB962C8B-B14F-4D97-AF65-F5344CB8AC3E}">
        <p14:creationId xmlns:p14="http://schemas.microsoft.com/office/powerpoint/2010/main" val="235770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 diapozitiv (siv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5">
            <a:extLst>
              <a:ext uri="{FF2B5EF4-FFF2-40B4-BE49-F238E27FC236}">
                <a16:creationId xmlns:a16="http://schemas.microsoft.com/office/drawing/2014/main" id="{7AB359DF-DB2F-0B53-D18A-DB2DF51EFE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261" b="9209"/>
          <a:stretch/>
        </p:blipFill>
        <p:spPr>
          <a:xfrm>
            <a:off x="5752790" y="0"/>
            <a:ext cx="6439210" cy="6858000"/>
          </a:xfrm>
          <a:prstGeom prst="rect">
            <a:avLst/>
          </a:prstGeom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6298F08-C5B7-92B0-A668-F67E9388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A0AE-E887-4AC0-8BDD-9A48FB8B8B97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09C83B31-3627-AC51-1CE3-A97FE0EB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8" name="Naslov 1">
            <a:extLst>
              <a:ext uri="{FF2B5EF4-FFF2-40B4-BE49-F238E27FC236}">
                <a16:creationId xmlns:a16="http://schemas.microsoft.com/office/drawing/2014/main" id="{551FE224-8ACE-2249-D0D4-F4FE7D9FF9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8725" y="718032"/>
            <a:ext cx="5795529" cy="31058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Naslovni diapozitiv predstavitve</a:t>
            </a:r>
          </a:p>
        </p:txBody>
      </p:sp>
      <p:sp>
        <p:nvSpPr>
          <p:cNvPr id="9" name="Podnaslov 2">
            <a:extLst>
              <a:ext uri="{FF2B5EF4-FFF2-40B4-BE49-F238E27FC236}">
                <a16:creationId xmlns:a16="http://schemas.microsoft.com/office/drawing/2014/main" id="{B3BEF6E6-045F-C010-9633-967AC58C53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98723" y="4036291"/>
            <a:ext cx="5795531" cy="12215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 dirty="0"/>
              <a:t>Podnaslov predstavitve</a:t>
            </a:r>
          </a:p>
        </p:txBody>
      </p:sp>
      <p:sp>
        <p:nvSpPr>
          <p:cNvPr id="12" name="Označba mesta vsebine 11">
            <a:extLst>
              <a:ext uri="{FF2B5EF4-FFF2-40B4-BE49-F238E27FC236}">
                <a16:creationId xmlns:a16="http://schemas.microsoft.com/office/drawing/2014/main" id="{473B8309-1F58-3D0A-90AC-115BB4052A4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98725" y="5680364"/>
            <a:ext cx="2941493" cy="539459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Predavatelj</a:t>
            </a:r>
          </a:p>
        </p:txBody>
      </p:sp>
      <p:sp>
        <p:nvSpPr>
          <p:cNvPr id="14" name="Označba mesta vsebine 11">
            <a:extLst>
              <a:ext uri="{FF2B5EF4-FFF2-40B4-BE49-F238E27FC236}">
                <a16:creationId xmlns:a16="http://schemas.microsoft.com/office/drawing/2014/main" id="{9452B4FE-F4DD-D462-D15A-A130AD82ED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054621" y="5680364"/>
            <a:ext cx="2239632" cy="539459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Kraj in datum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C5E2F5E1-A42F-C7E1-37C6-76E8C158AA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1" y="718030"/>
            <a:ext cx="2500584" cy="11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 diapozitiv (siv s sliko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>
            <a:extLst>
              <a:ext uri="{FF2B5EF4-FFF2-40B4-BE49-F238E27FC236}">
                <a16:creationId xmlns:a16="http://schemas.microsoft.com/office/drawing/2014/main" id="{0C2D5B3B-8831-D70B-2BD4-1171259AD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2" b="9592"/>
          <a:stretch/>
        </p:blipFill>
        <p:spPr>
          <a:xfrm>
            <a:off x="4507347" y="0"/>
            <a:ext cx="7684653" cy="6858000"/>
          </a:xfrm>
          <a:prstGeom prst="rect">
            <a:avLst/>
          </a:prstGeom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6298F08-C5B7-92B0-A668-F67E9388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A0AE-E887-4AC0-8BDD-9A48FB8B8B97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09C83B31-3627-AC51-1CE3-A97FE0EB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E619B2E4-B620-8133-1BD0-2CB4EAEFD2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1" y="718030"/>
            <a:ext cx="2500584" cy="1134224"/>
          </a:xfrm>
          <a:prstGeom prst="rect">
            <a:avLst/>
          </a:prstGeom>
        </p:spPr>
      </p:pic>
      <p:sp>
        <p:nvSpPr>
          <p:cNvPr id="6" name="Naslov 1">
            <a:extLst>
              <a:ext uri="{FF2B5EF4-FFF2-40B4-BE49-F238E27FC236}">
                <a16:creationId xmlns:a16="http://schemas.microsoft.com/office/drawing/2014/main" id="{EDD03248-4F36-6C6D-F3CB-6388DF07F7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8725" y="718032"/>
            <a:ext cx="5795529" cy="31058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Naslovni diapozitiv predstavitve</a:t>
            </a:r>
          </a:p>
        </p:txBody>
      </p:sp>
      <p:sp>
        <p:nvSpPr>
          <p:cNvPr id="7" name="Podnaslov 2">
            <a:extLst>
              <a:ext uri="{FF2B5EF4-FFF2-40B4-BE49-F238E27FC236}">
                <a16:creationId xmlns:a16="http://schemas.microsoft.com/office/drawing/2014/main" id="{8B1F134B-4092-DE82-8F8E-BDB3E4F251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98723" y="4036291"/>
            <a:ext cx="5795531" cy="12215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 dirty="0"/>
              <a:t>Podnaslov predstavitve</a:t>
            </a:r>
          </a:p>
        </p:txBody>
      </p:sp>
      <p:sp>
        <p:nvSpPr>
          <p:cNvPr id="10" name="Označba mesta vsebine 11">
            <a:extLst>
              <a:ext uri="{FF2B5EF4-FFF2-40B4-BE49-F238E27FC236}">
                <a16:creationId xmlns:a16="http://schemas.microsoft.com/office/drawing/2014/main" id="{8C821834-D33A-3D11-2A51-04A39B611A0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98725" y="5680364"/>
            <a:ext cx="2941493" cy="539459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Predavatelj</a:t>
            </a:r>
          </a:p>
        </p:txBody>
      </p:sp>
      <p:sp>
        <p:nvSpPr>
          <p:cNvPr id="11" name="Označba mesta vsebine 11">
            <a:extLst>
              <a:ext uri="{FF2B5EF4-FFF2-40B4-BE49-F238E27FC236}">
                <a16:creationId xmlns:a16="http://schemas.microsoft.com/office/drawing/2014/main" id="{19E2EC12-AF09-2B8D-5E44-356EC4968A7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054621" y="5680364"/>
            <a:ext cx="2239632" cy="539459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Kraj in datum</a:t>
            </a:r>
          </a:p>
        </p:txBody>
      </p:sp>
    </p:spTree>
    <p:extLst>
      <p:ext uri="{BB962C8B-B14F-4D97-AF65-F5344CB8AC3E}">
        <p14:creationId xmlns:p14="http://schemas.microsoft.com/office/powerpoint/2010/main" val="7391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torske pravice 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49F088B-BFE5-71F5-E971-27AD4A458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28999"/>
            <a:ext cx="10515600" cy="258127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sl-SI" dirty="0"/>
              <a:t>Opozorilo glede avtorskih pravic izvedenih predavanj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47942C58-82C8-FCAB-18C9-DC799660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B812B8FD-D480-1902-2D0A-063AF62F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7" name="Označba mesta besedila 6">
            <a:extLst>
              <a:ext uri="{FF2B5EF4-FFF2-40B4-BE49-F238E27FC236}">
                <a16:creationId xmlns:a16="http://schemas.microsoft.com/office/drawing/2014/main" id="{47AB26D7-88A2-BC4E-1C33-C09C0B69F5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771775"/>
            <a:ext cx="4200524" cy="36512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sl-SI" dirty="0"/>
              <a:t>Predavatelj</a:t>
            </a:r>
          </a:p>
        </p:txBody>
      </p:sp>
    </p:spTree>
    <p:extLst>
      <p:ext uri="{BB962C8B-B14F-4D97-AF65-F5344CB8AC3E}">
        <p14:creationId xmlns:p14="http://schemas.microsoft.com/office/powerpoint/2010/main" val="289178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zalo vsebine (siv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BA9CB12-DA17-3833-0D26-D68FFB474C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29710"/>
            <a:ext cx="2209800" cy="94889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Vsebina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8DD0E53-B25D-478D-15CA-80A5FD26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65ECD89D-8AE5-496E-D427-A37E3137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1" name="Označba mesta besedila 28">
            <a:extLst>
              <a:ext uri="{FF2B5EF4-FFF2-40B4-BE49-F238E27FC236}">
                <a16:creationId xmlns:a16="http://schemas.microsoft.com/office/drawing/2014/main" id="{DA2DFE0A-CB10-E845-FEBD-B264E78D2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86938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32" name="Označba mesta besedila 28">
            <a:extLst>
              <a:ext uri="{FF2B5EF4-FFF2-40B4-BE49-F238E27FC236}">
                <a16:creationId xmlns:a16="http://schemas.microsoft.com/office/drawing/2014/main" id="{E4AE0BFC-82B2-84BE-A13E-C24CF0925E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4428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33" name="Označba mesta besedila 28">
            <a:extLst>
              <a:ext uri="{FF2B5EF4-FFF2-40B4-BE49-F238E27FC236}">
                <a16:creationId xmlns:a16="http://schemas.microsoft.com/office/drawing/2014/main" id="{3E5C7710-5FF5-62E9-38C6-93C0415123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80483" y="2928013"/>
            <a:ext cx="1916548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4" name="Označba mesta besedila 28">
            <a:extLst>
              <a:ext uri="{FF2B5EF4-FFF2-40B4-BE49-F238E27FC236}">
                <a16:creationId xmlns:a16="http://schemas.microsoft.com/office/drawing/2014/main" id="{3B573255-D213-2B30-50E7-498C48E853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7974" y="2928013"/>
            <a:ext cx="1808020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5" name="Označba mesta besedila 28">
            <a:extLst>
              <a:ext uri="{FF2B5EF4-FFF2-40B4-BE49-F238E27FC236}">
                <a16:creationId xmlns:a16="http://schemas.microsoft.com/office/drawing/2014/main" id="{6FFE6DC9-FD6E-0465-A968-75770D44A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937" y="2928013"/>
            <a:ext cx="1916547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6" name="Označba mesta besedila 28">
            <a:extLst>
              <a:ext uri="{FF2B5EF4-FFF2-40B4-BE49-F238E27FC236}">
                <a16:creationId xmlns:a16="http://schemas.microsoft.com/office/drawing/2014/main" id="{080E2638-38FA-EB53-DF73-B9C5A0B570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4427" y="2928013"/>
            <a:ext cx="1916547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7" name="Označba mesta besedila 28">
            <a:extLst>
              <a:ext uri="{FF2B5EF4-FFF2-40B4-BE49-F238E27FC236}">
                <a16:creationId xmlns:a16="http://schemas.microsoft.com/office/drawing/2014/main" id="{AF47F41B-3883-3472-5739-D0C6DB0BE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974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38" name="Označba mesta besedila 28">
            <a:extLst>
              <a:ext uri="{FF2B5EF4-FFF2-40B4-BE49-F238E27FC236}">
                <a16:creationId xmlns:a16="http://schemas.microsoft.com/office/drawing/2014/main" id="{B394CFC0-8E8E-6390-D5FC-0D78FF7D6D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0484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39" name="Označba mesta besedila 28">
            <a:extLst>
              <a:ext uri="{FF2B5EF4-FFF2-40B4-BE49-F238E27FC236}">
                <a16:creationId xmlns:a16="http://schemas.microsoft.com/office/drawing/2014/main" id="{257A3ED3-CA91-753E-B081-7E366C305B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86938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40" name="Označba mesta besedila 28">
            <a:extLst>
              <a:ext uri="{FF2B5EF4-FFF2-40B4-BE49-F238E27FC236}">
                <a16:creationId xmlns:a16="http://schemas.microsoft.com/office/drawing/2014/main" id="{F7211E72-DF3C-2B13-3DAF-1B45A01AE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428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41" name="Označba mesta besedila 28">
            <a:extLst>
              <a:ext uri="{FF2B5EF4-FFF2-40B4-BE49-F238E27FC236}">
                <a16:creationId xmlns:a16="http://schemas.microsoft.com/office/drawing/2014/main" id="{6E1C3C13-AB3C-2E0F-B22F-DD3671DA6C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80484" y="4679819"/>
            <a:ext cx="1916544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2" name="Označba mesta besedila 28">
            <a:extLst>
              <a:ext uri="{FF2B5EF4-FFF2-40B4-BE49-F238E27FC236}">
                <a16:creationId xmlns:a16="http://schemas.microsoft.com/office/drawing/2014/main" id="{63D6F22D-94E9-DFEC-B054-6401FC11C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974" y="4679819"/>
            <a:ext cx="1808018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3" name="Označba mesta besedila 28">
            <a:extLst>
              <a:ext uri="{FF2B5EF4-FFF2-40B4-BE49-F238E27FC236}">
                <a16:creationId xmlns:a16="http://schemas.microsoft.com/office/drawing/2014/main" id="{662BAE4B-D913-EEE7-2495-EC40369E1A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86938" y="4679819"/>
            <a:ext cx="1916546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4" name="Označba mesta besedila 28">
            <a:extLst>
              <a:ext uri="{FF2B5EF4-FFF2-40B4-BE49-F238E27FC236}">
                <a16:creationId xmlns:a16="http://schemas.microsoft.com/office/drawing/2014/main" id="{DE29CB9D-5EBD-C05C-3941-EF0419B7C4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428" y="4679819"/>
            <a:ext cx="1916546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5" name="Označba mesta besedila 28">
            <a:extLst>
              <a:ext uri="{FF2B5EF4-FFF2-40B4-BE49-F238E27FC236}">
                <a16:creationId xmlns:a16="http://schemas.microsoft.com/office/drawing/2014/main" id="{1381F1EA-47AA-F5D8-C15B-8B2D8E55EE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87974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sp>
        <p:nvSpPr>
          <p:cNvPr id="46" name="Označba mesta besedila 28">
            <a:extLst>
              <a:ext uri="{FF2B5EF4-FFF2-40B4-BE49-F238E27FC236}">
                <a16:creationId xmlns:a16="http://schemas.microsoft.com/office/drawing/2014/main" id="{880B5769-1BAE-C280-2E3A-19C5824D4C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80484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Št.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CCD62FE0-AB4A-960B-D304-5CD4A5683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8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zalo vsebine (rdeč)">
    <p:bg>
      <p:bgPr>
        <a:solidFill>
          <a:srgbClr val="E03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BA9CB12-DA17-3833-0D26-D68FFB474C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29710"/>
            <a:ext cx="2209800" cy="94889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Vsebina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8DD0E53-B25D-478D-15CA-80A5FD26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65ECD89D-8AE5-496E-D427-A37E3137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1" name="Označba mesta besedila 28">
            <a:extLst>
              <a:ext uri="{FF2B5EF4-FFF2-40B4-BE49-F238E27FC236}">
                <a16:creationId xmlns:a16="http://schemas.microsoft.com/office/drawing/2014/main" id="{DA2DFE0A-CB10-E845-FEBD-B264E78D2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86938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3.</a:t>
            </a:r>
          </a:p>
        </p:txBody>
      </p:sp>
      <p:sp>
        <p:nvSpPr>
          <p:cNvPr id="32" name="Označba mesta besedila 28">
            <a:extLst>
              <a:ext uri="{FF2B5EF4-FFF2-40B4-BE49-F238E27FC236}">
                <a16:creationId xmlns:a16="http://schemas.microsoft.com/office/drawing/2014/main" id="{E4AE0BFC-82B2-84BE-A13E-C24CF0925E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4428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4.</a:t>
            </a:r>
          </a:p>
        </p:txBody>
      </p:sp>
      <p:sp>
        <p:nvSpPr>
          <p:cNvPr id="33" name="Označba mesta besedila 28">
            <a:extLst>
              <a:ext uri="{FF2B5EF4-FFF2-40B4-BE49-F238E27FC236}">
                <a16:creationId xmlns:a16="http://schemas.microsoft.com/office/drawing/2014/main" id="{3E5C7710-5FF5-62E9-38C6-93C0415123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80483" y="2928013"/>
            <a:ext cx="1916548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4" name="Označba mesta besedila 28">
            <a:extLst>
              <a:ext uri="{FF2B5EF4-FFF2-40B4-BE49-F238E27FC236}">
                <a16:creationId xmlns:a16="http://schemas.microsoft.com/office/drawing/2014/main" id="{3B573255-D213-2B30-50E7-498C48E853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7974" y="2928013"/>
            <a:ext cx="1808020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5" name="Označba mesta besedila 28">
            <a:extLst>
              <a:ext uri="{FF2B5EF4-FFF2-40B4-BE49-F238E27FC236}">
                <a16:creationId xmlns:a16="http://schemas.microsoft.com/office/drawing/2014/main" id="{6FFE6DC9-FD6E-0465-A968-75770D44A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937" y="2928013"/>
            <a:ext cx="1916547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6" name="Označba mesta besedila 28">
            <a:extLst>
              <a:ext uri="{FF2B5EF4-FFF2-40B4-BE49-F238E27FC236}">
                <a16:creationId xmlns:a16="http://schemas.microsoft.com/office/drawing/2014/main" id="{080E2638-38FA-EB53-DF73-B9C5A0B570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4427" y="2928013"/>
            <a:ext cx="1916547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7" name="Označba mesta besedila 28">
            <a:extLst>
              <a:ext uri="{FF2B5EF4-FFF2-40B4-BE49-F238E27FC236}">
                <a16:creationId xmlns:a16="http://schemas.microsoft.com/office/drawing/2014/main" id="{AF47F41B-3883-3472-5739-D0C6DB0BE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974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2.</a:t>
            </a:r>
          </a:p>
        </p:txBody>
      </p:sp>
      <p:sp>
        <p:nvSpPr>
          <p:cNvPr id="38" name="Označba mesta besedila 28">
            <a:extLst>
              <a:ext uri="{FF2B5EF4-FFF2-40B4-BE49-F238E27FC236}">
                <a16:creationId xmlns:a16="http://schemas.microsoft.com/office/drawing/2014/main" id="{B394CFC0-8E8E-6390-D5FC-0D78FF7D6D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0484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1.</a:t>
            </a:r>
          </a:p>
        </p:txBody>
      </p:sp>
      <p:sp>
        <p:nvSpPr>
          <p:cNvPr id="39" name="Označba mesta besedila 28">
            <a:extLst>
              <a:ext uri="{FF2B5EF4-FFF2-40B4-BE49-F238E27FC236}">
                <a16:creationId xmlns:a16="http://schemas.microsoft.com/office/drawing/2014/main" id="{257A3ED3-CA91-753E-B081-7E366C305B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86938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7.</a:t>
            </a:r>
          </a:p>
        </p:txBody>
      </p:sp>
      <p:sp>
        <p:nvSpPr>
          <p:cNvPr id="40" name="Označba mesta besedila 28">
            <a:extLst>
              <a:ext uri="{FF2B5EF4-FFF2-40B4-BE49-F238E27FC236}">
                <a16:creationId xmlns:a16="http://schemas.microsoft.com/office/drawing/2014/main" id="{F7211E72-DF3C-2B13-3DAF-1B45A01AE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428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8.</a:t>
            </a:r>
          </a:p>
        </p:txBody>
      </p:sp>
      <p:sp>
        <p:nvSpPr>
          <p:cNvPr id="41" name="Označba mesta besedila 28">
            <a:extLst>
              <a:ext uri="{FF2B5EF4-FFF2-40B4-BE49-F238E27FC236}">
                <a16:creationId xmlns:a16="http://schemas.microsoft.com/office/drawing/2014/main" id="{6E1C3C13-AB3C-2E0F-B22F-DD3671DA6C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80484" y="4679819"/>
            <a:ext cx="1916544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2" name="Označba mesta besedila 28">
            <a:extLst>
              <a:ext uri="{FF2B5EF4-FFF2-40B4-BE49-F238E27FC236}">
                <a16:creationId xmlns:a16="http://schemas.microsoft.com/office/drawing/2014/main" id="{63D6F22D-94E9-DFEC-B054-6401FC11C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974" y="4679819"/>
            <a:ext cx="1808018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3" name="Označba mesta besedila 28">
            <a:extLst>
              <a:ext uri="{FF2B5EF4-FFF2-40B4-BE49-F238E27FC236}">
                <a16:creationId xmlns:a16="http://schemas.microsoft.com/office/drawing/2014/main" id="{662BAE4B-D913-EEE7-2495-EC40369E1A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86938" y="4679819"/>
            <a:ext cx="1916546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4" name="Označba mesta besedila 28">
            <a:extLst>
              <a:ext uri="{FF2B5EF4-FFF2-40B4-BE49-F238E27FC236}">
                <a16:creationId xmlns:a16="http://schemas.microsoft.com/office/drawing/2014/main" id="{DE29CB9D-5EBD-C05C-3941-EF0419B7C4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428" y="4679819"/>
            <a:ext cx="1916546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5" name="Označba mesta besedila 28">
            <a:extLst>
              <a:ext uri="{FF2B5EF4-FFF2-40B4-BE49-F238E27FC236}">
                <a16:creationId xmlns:a16="http://schemas.microsoft.com/office/drawing/2014/main" id="{1381F1EA-47AA-F5D8-C15B-8B2D8E55EE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87974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6.</a:t>
            </a:r>
          </a:p>
        </p:txBody>
      </p:sp>
      <p:sp>
        <p:nvSpPr>
          <p:cNvPr id="46" name="Označba mesta besedila 28">
            <a:extLst>
              <a:ext uri="{FF2B5EF4-FFF2-40B4-BE49-F238E27FC236}">
                <a16:creationId xmlns:a16="http://schemas.microsoft.com/office/drawing/2014/main" id="{880B5769-1BAE-C280-2E3A-19C5824D4C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80484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5.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EF21EA82-0DC4-4076-0EA8-8FACB757D1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6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zalo vsebine (be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BA9CB12-DA17-3833-0D26-D68FFB474C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29710"/>
            <a:ext cx="2209800" cy="948893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Vsebina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8DD0E53-B25D-478D-15CA-80A5FD26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65ECD89D-8AE5-496E-D427-A37E3137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1" name="Označba mesta besedila 28">
            <a:extLst>
              <a:ext uri="{FF2B5EF4-FFF2-40B4-BE49-F238E27FC236}">
                <a16:creationId xmlns:a16="http://schemas.microsoft.com/office/drawing/2014/main" id="{DA2DFE0A-CB10-E845-FEBD-B264E78D2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86938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3.</a:t>
            </a:r>
          </a:p>
        </p:txBody>
      </p:sp>
      <p:sp>
        <p:nvSpPr>
          <p:cNvPr id="32" name="Označba mesta besedila 28">
            <a:extLst>
              <a:ext uri="{FF2B5EF4-FFF2-40B4-BE49-F238E27FC236}">
                <a16:creationId xmlns:a16="http://schemas.microsoft.com/office/drawing/2014/main" id="{E4AE0BFC-82B2-84BE-A13E-C24CF0925E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4428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4.</a:t>
            </a:r>
          </a:p>
        </p:txBody>
      </p:sp>
      <p:sp>
        <p:nvSpPr>
          <p:cNvPr id="33" name="Označba mesta besedila 28">
            <a:extLst>
              <a:ext uri="{FF2B5EF4-FFF2-40B4-BE49-F238E27FC236}">
                <a16:creationId xmlns:a16="http://schemas.microsoft.com/office/drawing/2014/main" id="{3E5C7710-5FF5-62E9-38C6-93C0415123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80483" y="2928013"/>
            <a:ext cx="1916548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4" name="Označba mesta besedila 28">
            <a:extLst>
              <a:ext uri="{FF2B5EF4-FFF2-40B4-BE49-F238E27FC236}">
                <a16:creationId xmlns:a16="http://schemas.microsoft.com/office/drawing/2014/main" id="{3B573255-D213-2B30-50E7-498C48E853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7974" y="2928013"/>
            <a:ext cx="1808020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5" name="Označba mesta besedila 28">
            <a:extLst>
              <a:ext uri="{FF2B5EF4-FFF2-40B4-BE49-F238E27FC236}">
                <a16:creationId xmlns:a16="http://schemas.microsoft.com/office/drawing/2014/main" id="{6FFE6DC9-FD6E-0465-A968-75770D44A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937" y="2928013"/>
            <a:ext cx="1916547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6" name="Označba mesta besedila 28">
            <a:extLst>
              <a:ext uri="{FF2B5EF4-FFF2-40B4-BE49-F238E27FC236}">
                <a16:creationId xmlns:a16="http://schemas.microsoft.com/office/drawing/2014/main" id="{080E2638-38FA-EB53-DF73-B9C5A0B570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4427" y="2928013"/>
            <a:ext cx="1916547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37" name="Označba mesta besedila 28">
            <a:extLst>
              <a:ext uri="{FF2B5EF4-FFF2-40B4-BE49-F238E27FC236}">
                <a16:creationId xmlns:a16="http://schemas.microsoft.com/office/drawing/2014/main" id="{AF47F41B-3883-3472-5739-D0C6DB0BE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974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2.</a:t>
            </a:r>
          </a:p>
        </p:txBody>
      </p:sp>
      <p:sp>
        <p:nvSpPr>
          <p:cNvPr id="38" name="Označba mesta besedila 28">
            <a:extLst>
              <a:ext uri="{FF2B5EF4-FFF2-40B4-BE49-F238E27FC236}">
                <a16:creationId xmlns:a16="http://schemas.microsoft.com/office/drawing/2014/main" id="{B394CFC0-8E8E-6390-D5FC-0D78FF7D6D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0484" y="2479353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1.</a:t>
            </a:r>
          </a:p>
        </p:txBody>
      </p:sp>
      <p:sp>
        <p:nvSpPr>
          <p:cNvPr id="39" name="Označba mesta besedila 28">
            <a:extLst>
              <a:ext uri="{FF2B5EF4-FFF2-40B4-BE49-F238E27FC236}">
                <a16:creationId xmlns:a16="http://schemas.microsoft.com/office/drawing/2014/main" id="{257A3ED3-CA91-753E-B081-7E366C305B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86938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7.</a:t>
            </a:r>
          </a:p>
        </p:txBody>
      </p:sp>
      <p:sp>
        <p:nvSpPr>
          <p:cNvPr id="40" name="Označba mesta besedila 28">
            <a:extLst>
              <a:ext uri="{FF2B5EF4-FFF2-40B4-BE49-F238E27FC236}">
                <a16:creationId xmlns:a16="http://schemas.microsoft.com/office/drawing/2014/main" id="{F7211E72-DF3C-2B13-3DAF-1B45A01AE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428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8.</a:t>
            </a:r>
          </a:p>
        </p:txBody>
      </p:sp>
      <p:sp>
        <p:nvSpPr>
          <p:cNvPr id="41" name="Označba mesta besedila 28">
            <a:extLst>
              <a:ext uri="{FF2B5EF4-FFF2-40B4-BE49-F238E27FC236}">
                <a16:creationId xmlns:a16="http://schemas.microsoft.com/office/drawing/2014/main" id="{6E1C3C13-AB3C-2E0F-B22F-DD3671DA6C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80484" y="4679819"/>
            <a:ext cx="1916544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2" name="Označba mesta besedila 28">
            <a:extLst>
              <a:ext uri="{FF2B5EF4-FFF2-40B4-BE49-F238E27FC236}">
                <a16:creationId xmlns:a16="http://schemas.microsoft.com/office/drawing/2014/main" id="{63D6F22D-94E9-DFEC-B054-6401FC11C9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974" y="4679819"/>
            <a:ext cx="1808018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3" name="Označba mesta besedila 28">
            <a:extLst>
              <a:ext uri="{FF2B5EF4-FFF2-40B4-BE49-F238E27FC236}">
                <a16:creationId xmlns:a16="http://schemas.microsoft.com/office/drawing/2014/main" id="{662BAE4B-D913-EEE7-2495-EC40369E1A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86938" y="4679819"/>
            <a:ext cx="1916546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4" name="Označba mesta besedila 28">
            <a:extLst>
              <a:ext uri="{FF2B5EF4-FFF2-40B4-BE49-F238E27FC236}">
                <a16:creationId xmlns:a16="http://schemas.microsoft.com/office/drawing/2014/main" id="{DE29CB9D-5EBD-C05C-3941-EF0419B7C4F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428" y="4679819"/>
            <a:ext cx="1916546" cy="1007774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Poglavje</a:t>
            </a:r>
          </a:p>
        </p:txBody>
      </p:sp>
      <p:sp>
        <p:nvSpPr>
          <p:cNvPr id="45" name="Označba mesta besedila 28">
            <a:extLst>
              <a:ext uri="{FF2B5EF4-FFF2-40B4-BE49-F238E27FC236}">
                <a16:creationId xmlns:a16="http://schemas.microsoft.com/office/drawing/2014/main" id="{1381F1EA-47AA-F5D8-C15B-8B2D8E55EE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87974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6.</a:t>
            </a:r>
          </a:p>
        </p:txBody>
      </p:sp>
      <p:sp>
        <p:nvSpPr>
          <p:cNvPr id="46" name="Označba mesta besedila 28">
            <a:extLst>
              <a:ext uri="{FF2B5EF4-FFF2-40B4-BE49-F238E27FC236}">
                <a16:creationId xmlns:a16="http://schemas.microsoft.com/office/drawing/2014/main" id="{880B5769-1BAE-C280-2E3A-19C5824D4C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80484" y="4231159"/>
            <a:ext cx="799254" cy="442861"/>
          </a:xfrm>
        </p:spPr>
        <p:txBody>
          <a:bodyPr/>
          <a:lstStyle>
            <a:lvl1pPr marL="0" indent="0">
              <a:buNone/>
              <a:defRPr b="1">
                <a:solidFill>
                  <a:srgbClr val="58595B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l-SI" dirty="0"/>
              <a:t>5.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E36D2565-B06C-5066-4C8F-4F6B2D58DE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5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poglavja (rdeč)">
    <p:bg>
      <p:bgPr>
        <a:solidFill>
          <a:srgbClr val="E03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83EA3D7-7181-002B-AE68-BA44CBE2B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72" y="1080933"/>
            <a:ext cx="7423728" cy="2927650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E8E5501-6C56-6367-9F27-E6D205CB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5E0E-53C8-4071-A46E-A4AFEE64E3D5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9B9D53B-E914-AB9C-A86D-2F81C71A7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3C2301B-4257-754E-F9E5-56D31132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204D99E5-8711-A308-1DE8-7BB60C01AC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poglavja (siv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83EA3D7-7181-002B-AE68-BA44CBE2B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72" y="1080933"/>
            <a:ext cx="7423728" cy="2927650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E8E5501-6C56-6367-9F27-E6D205CB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5E0E-53C8-4071-A46E-A4AFEE64E3D5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9B9D53B-E914-AB9C-A86D-2F81C71A7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3C2301B-4257-754E-F9E5-56D31132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DCF2D381-2917-6F4A-B88C-99B435A7E5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8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poglavja (be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83EA3D7-7181-002B-AE68-BA44CBE2B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72" y="1080933"/>
            <a:ext cx="7423728" cy="2927650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54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E8E5501-6C56-6367-9F27-E6D205CB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5E0E-53C8-4071-A46E-A4AFEE64E3D5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9B9D53B-E914-AB9C-A86D-2F81C71A7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3C2301B-4257-754E-F9E5-56D31132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739A21BA-1420-CBEA-7F24-FCA92423AC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6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z besedi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CD8B27B-C6BF-E259-05E8-B66DDFA2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219199"/>
            <a:ext cx="5400674" cy="1476375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D1B10EA-C502-5769-743A-2F030138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3019425"/>
            <a:ext cx="10610850" cy="2972412"/>
          </a:xfrm>
        </p:spPr>
        <p:txBody>
          <a:bodyPr/>
          <a:lstStyle>
            <a:lvl1pPr marL="0" indent="0">
              <a:buNone/>
              <a:defRPr lang="sl-SI" dirty="0"/>
            </a:lvl1pPr>
            <a:lvl2pPr marL="6858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lang="sl-SI" dirty="0"/>
            </a:lvl2pPr>
            <a:lvl3pPr marL="11430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lang="sl-SI" dirty="0"/>
            </a:lvl3pPr>
            <a:lvl4pPr marL="16002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lang="sl-SI" dirty="0"/>
            </a:lvl4pPr>
            <a:lvl5pPr marL="20574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lang="sl-SI" dirty="0"/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B5A1B92-59ED-D981-983B-D602C581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EF36-904E-4622-9A4D-9DA991BF4B76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2345608-34AF-7A81-1667-2305526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EA2D6DB-33C3-2813-8AFF-77B7B5ED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A0B3BB1-0571-BA94-C48D-8253040A7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15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grafik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CD8B27B-C6BF-E259-05E8-B66DDFA23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90415"/>
            <a:ext cx="8639175" cy="1205934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B5A1B92-59ED-D981-983B-D602C581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EF36-904E-4622-9A4D-9DA991BF4B76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2345608-34AF-7A81-1667-2305526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EA2D6DB-33C3-2813-8AFF-77B7B5ED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13" name="Označba mesta grafikona 12">
            <a:extLst>
              <a:ext uri="{FF2B5EF4-FFF2-40B4-BE49-F238E27FC236}">
                <a16:creationId xmlns:a16="http://schemas.microsoft.com/office/drawing/2014/main" id="{0B68C03E-77E2-976F-014B-439B3B496C0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09800"/>
            <a:ext cx="8639175" cy="3917950"/>
          </a:xfrm>
        </p:spPr>
        <p:txBody>
          <a:bodyPr/>
          <a:lstStyle/>
          <a:p>
            <a:endParaRPr lang="sl-SI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6D4C0AC8-1D3F-7D46-AF81-4E9CA6620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57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grafikon z besedi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CD8B27B-C6BF-E259-05E8-B66DDFA23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90415"/>
            <a:ext cx="6375400" cy="1205934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B5A1B92-59ED-D981-983B-D602C581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EF36-904E-4622-9A4D-9DA991BF4B76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2345608-34AF-7A81-1667-2305526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EA2D6DB-33C3-2813-8AFF-77B7B5ED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13" name="Označba mesta grafikona 12">
            <a:extLst>
              <a:ext uri="{FF2B5EF4-FFF2-40B4-BE49-F238E27FC236}">
                <a16:creationId xmlns:a16="http://schemas.microsoft.com/office/drawing/2014/main" id="{0B68C03E-77E2-976F-014B-439B3B496C0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09800"/>
            <a:ext cx="6375401" cy="3917950"/>
          </a:xfrm>
        </p:spPr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52DAE6D-6B2B-54E6-C92B-8ED85F69E4B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15563" y="2179782"/>
            <a:ext cx="3454399" cy="38114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6858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800"/>
            </a:lvl2pPr>
            <a:lvl3pPr marL="11430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600"/>
            </a:lvl3pPr>
            <a:lvl4pPr marL="16002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400"/>
            </a:lvl4pPr>
            <a:lvl5pPr marL="20574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400"/>
            </a:lvl5pPr>
          </a:lstStyle>
          <a:p>
            <a:pPr lvl="0"/>
            <a:r>
              <a:rPr lang="sl-SI" dirty="0"/>
              <a:t>Kliknite, če želite dodati besedilo</a:t>
            </a:r>
          </a:p>
          <a:p>
            <a:pPr lvl="0"/>
            <a:r>
              <a:rPr lang="sl-SI" dirty="0"/>
              <a:t>Navajate lahko tudi po alinejah</a:t>
            </a:r>
          </a:p>
          <a:p>
            <a:pPr lvl="0"/>
            <a:endParaRPr lang="sl-SI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011B0062-FE64-E441-5165-5C76B8B3C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65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CD8B27B-C6BF-E259-05E8-B66DDFA23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90415"/>
            <a:ext cx="8639175" cy="1205934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B5A1B92-59ED-D981-983B-D602C581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EF36-904E-4622-9A4D-9DA991BF4B76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2345608-34AF-7A81-1667-2305526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EA2D6DB-33C3-2813-8AFF-77B7B5ED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7" name="Označba mesta tabele 6">
            <a:extLst>
              <a:ext uri="{FF2B5EF4-FFF2-40B4-BE49-F238E27FC236}">
                <a16:creationId xmlns:a16="http://schemas.microsoft.com/office/drawing/2014/main" id="{CE06EB63-A1C2-FDBF-7B32-AF5337FFAF7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209800"/>
            <a:ext cx="10208490" cy="3917950"/>
          </a:xfrm>
        </p:spPr>
        <p:txBody>
          <a:bodyPr/>
          <a:lstStyle/>
          <a:p>
            <a:endParaRPr lang="sl-SI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5A9D590F-9F7F-F9C9-9BB9-44F578DBFB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73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z besedilom in sli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CD8B27B-C6BF-E259-05E8-B66DDFA2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219199"/>
            <a:ext cx="3143250" cy="1476375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D1B10EA-C502-5769-743A-2F030138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3019425"/>
            <a:ext cx="3143251" cy="2972412"/>
          </a:xfrm>
        </p:spPr>
        <p:txBody>
          <a:bodyPr/>
          <a:lstStyle>
            <a:lvl1pPr marL="0" indent="0">
              <a:buNone/>
              <a:defRPr sz="2000"/>
            </a:lvl1pPr>
            <a:lvl2pPr marL="6858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800"/>
            </a:lvl2pPr>
            <a:lvl3pPr marL="11430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600"/>
            </a:lvl3pPr>
            <a:lvl4pPr marL="16002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400"/>
            </a:lvl4pPr>
            <a:lvl5pPr marL="20574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400"/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B5A1B92-59ED-D981-983B-D602C581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EF36-904E-4622-9A4D-9DA991BF4B76}" type="datetime1">
              <a:rPr lang="sl-SI" smtClean="0"/>
              <a:t>26. 05. 2024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2345608-34AF-7A81-1667-2305526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EA2D6DB-33C3-2813-8AFF-77B7B5ED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9" name="Označba mesta slike 8">
            <a:extLst>
              <a:ext uri="{FF2B5EF4-FFF2-40B4-BE49-F238E27FC236}">
                <a16:creationId xmlns:a16="http://schemas.microsoft.com/office/drawing/2014/main" id="{35977274-6061-E50D-23A6-968F48C3F9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400" y="1219199"/>
            <a:ext cx="7029450" cy="4772638"/>
          </a:xfrm>
        </p:spPr>
        <p:txBody>
          <a:bodyPr/>
          <a:lstStyle/>
          <a:p>
            <a:endParaRPr lang="sl-SI"/>
          </a:p>
        </p:txBody>
      </p:sp>
      <p:sp>
        <p:nvSpPr>
          <p:cNvPr id="8" name="Označba mesta besedila 21">
            <a:extLst>
              <a:ext uri="{FF2B5EF4-FFF2-40B4-BE49-F238E27FC236}">
                <a16:creationId xmlns:a16="http://schemas.microsoft.com/office/drawing/2014/main" id="{A62ACB86-204F-0DD9-9D36-28D6CDD9B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3400" y="6127749"/>
            <a:ext cx="2924591" cy="3651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Podatki o fotografiji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FFD46D36-1A93-0192-9AA7-6BA9663A1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4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s primerjavo in sli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značba mesta besedila 17">
            <a:extLst>
              <a:ext uri="{FF2B5EF4-FFF2-40B4-BE49-F238E27FC236}">
                <a16:creationId xmlns:a16="http://schemas.microsoft.com/office/drawing/2014/main" id="{93FF2A77-574E-EC58-2F28-891C147670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77526" y="953222"/>
            <a:ext cx="5292437" cy="1090035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E03127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naslov </a:t>
            </a:r>
          </a:p>
        </p:txBody>
      </p:sp>
      <p:sp>
        <p:nvSpPr>
          <p:cNvPr id="15" name="Označba mesta slike 14">
            <a:extLst>
              <a:ext uri="{FF2B5EF4-FFF2-40B4-BE49-F238E27FC236}">
                <a16:creationId xmlns:a16="http://schemas.microsoft.com/office/drawing/2014/main" id="{8D33FC52-BA78-6B79-0A57-8EAEE14BD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209310" cy="6858000"/>
          </a:xfrm>
        </p:spPr>
        <p:txBody>
          <a:bodyPr/>
          <a:lstStyle/>
          <a:p>
            <a:endParaRPr lang="sl-SI" dirty="0"/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39DFEC20-0F16-9588-9806-7BEFCADF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14F07-EEDA-4908-8795-EA035F0EA6C3}" type="datetime1">
              <a:rPr lang="sl-SI" smtClean="0"/>
              <a:t>26. 05. 2024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91B5940D-D8BE-DE0A-4D9E-125DC141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45EC364D-C2A8-041E-6B72-49867704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14" name="Označba mesta vsebine 2">
            <a:extLst>
              <a:ext uri="{FF2B5EF4-FFF2-40B4-BE49-F238E27FC236}">
                <a16:creationId xmlns:a16="http://schemas.microsoft.com/office/drawing/2014/main" id="{6E9642D2-2FC2-214E-5FE1-5D2A7206DB7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77527" y="2179782"/>
            <a:ext cx="5292436" cy="38114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6858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800"/>
            </a:lvl2pPr>
            <a:lvl3pPr marL="11430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600"/>
            </a:lvl3pPr>
            <a:lvl4pPr marL="16002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400"/>
            </a:lvl4pPr>
            <a:lvl5pPr marL="2057400" indent="-228600">
              <a:buClr>
                <a:srgbClr val="E03127"/>
              </a:buClr>
              <a:buFont typeface="Univerza Sans" panose="00000600000000000000" pitchFamily="2" charset="-18"/>
              <a:buChar char="→"/>
              <a:defRPr sz="1400"/>
            </a:lvl5pPr>
          </a:lstStyle>
          <a:p>
            <a:pPr lvl="0"/>
            <a:r>
              <a:rPr lang="sl-SI" dirty="0"/>
              <a:t>Kliknite, če želite dodati besedilo</a:t>
            </a:r>
          </a:p>
          <a:p>
            <a:pPr lvl="0"/>
            <a:r>
              <a:rPr lang="sl-SI" dirty="0"/>
              <a:t>Navajate lahko tudi po alinejah</a:t>
            </a:r>
          </a:p>
          <a:p>
            <a:pPr lvl="0"/>
            <a:endParaRPr lang="sl-SI" dirty="0"/>
          </a:p>
        </p:txBody>
      </p:sp>
      <p:sp>
        <p:nvSpPr>
          <p:cNvPr id="22" name="Označba mesta besedila 21">
            <a:extLst>
              <a:ext uri="{FF2B5EF4-FFF2-40B4-BE49-F238E27FC236}">
                <a16:creationId xmlns:a16="http://schemas.microsoft.com/office/drawing/2014/main" id="{6A3BDBCE-07C4-5045-D04B-E774EC2CE8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77526" y="6145934"/>
            <a:ext cx="2924591" cy="3651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sl-SI" dirty="0"/>
              <a:t>Podatki o fotografiji</a:t>
            </a: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72844BC4-661F-966E-59F5-CC37200E9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43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besedilo s primerjavo (rde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avokotnik 15">
            <a:extLst>
              <a:ext uri="{FF2B5EF4-FFF2-40B4-BE49-F238E27FC236}">
                <a16:creationId xmlns:a16="http://schemas.microsoft.com/office/drawing/2014/main" id="{87FF2D62-9397-3CF5-34C2-80825051D8EA}"/>
              </a:ext>
            </a:extLst>
          </p:cNvPr>
          <p:cNvSpPr/>
          <p:nvPr userDrawn="1"/>
        </p:nvSpPr>
        <p:spPr>
          <a:xfrm>
            <a:off x="0" y="0"/>
            <a:ext cx="12192000" cy="1781855"/>
          </a:xfrm>
          <a:prstGeom prst="rect">
            <a:avLst/>
          </a:prstGeom>
          <a:solidFill>
            <a:srgbClr val="E03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557918AD-D5EB-2A6B-47C3-7523A5F69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44095"/>
            <a:ext cx="5157787" cy="660626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60DB126C-0B15-FDB4-04D9-61D57EECB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4095"/>
            <a:ext cx="5183188" cy="660626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7CEBBCF0-5B12-FA1C-CF82-00EC1EFB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F209-735E-48CA-85CE-0A0508F1D7BF}" type="datetime1">
              <a:rPr lang="sl-SI" smtClean="0"/>
              <a:t>26. 05. 2024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12A1AF04-FC86-E0BC-0DD7-FB5226FE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7ECA7BD9-2FF1-9B59-8D03-BFB0B525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t>‹#›</a:t>
            </a:fld>
            <a:endParaRPr lang="sl-SI"/>
          </a:p>
        </p:txBody>
      </p:sp>
      <p:sp>
        <p:nvSpPr>
          <p:cNvPr id="15" name="Naslov 1">
            <a:extLst>
              <a:ext uri="{FF2B5EF4-FFF2-40B4-BE49-F238E27FC236}">
                <a16:creationId xmlns:a16="http://schemas.microsoft.com/office/drawing/2014/main" id="{11DD9E87-9CC5-0017-45DD-1563015B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81037"/>
            <a:ext cx="10580687" cy="919163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10" name="Označba mesta besedila 9">
            <a:extLst>
              <a:ext uri="{FF2B5EF4-FFF2-40B4-BE49-F238E27FC236}">
                <a16:creationId xmlns:a16="http://schemas.microsoft.com/office/drawing/2014/main" id="{867C8730-C055-2978-4F7D-B0E1731DC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3071409"/>
            <a:ext cx="5160963" cy="282137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sp>
        <p:nvSpPr>
          <p:cNvPr id="11" name="Označba mesta besedila 9">
            <a:extLst>
              <a:ext uri="{FF2B5EF4-FFF2-40B4-BE49-F238E27FC236}">
                <a16:creationId xmlns:a16="http://schemas.microsoft.com/office/drawing/2014/main" id="{35D48C4A-BCCB-66D6-DB98-B4A8891894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071409"/>
            <a:ext cx="5160963" cy="282137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9CECB261-8043-689D-9254-98C555DD1B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1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besedilo s primerjavo (si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avokotnik 15">
            <a:extLst>
              <a:ext uri="{FF2B5EF4-FFF2-40B4-BE49-F238E27FC236}">
                <a16:creationId xmlns:a16="http://schemas.microsoft.com/office/drawing/2014/main" id="{87FF2D62-9397-3CF5-34C2-80825051D8EA}"/>
              </a:ext>
            </a:extLst>
          </p:cNvPr>
          <p:cNvSpPr/>
          <p:nvPr userDrawn="1"/>
        </p:nvSpPr>
        <p:spPr>
          <a:xfrm>
            <a:off x="0" y="0"/>
            <a:ext cx="12192000" cy="1781855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557918AD-D5EB-2A6B-47C3-7523A5F69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44095"/>
            <a:ext cx="5157787" cy="660626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60DB126C-0B15-FDB4-04D9-61D57EECB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4095"/>
            <a:ext cx="5183188" cy="660626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7CEBBCF0-5B12-FA1C-CF82-00EC1EFB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F209-735E-48CA-85CE-0A0508F1D7BF}" type="datetime1">
              <a:rPr lang="sl-SI" smtClean="0"/>
              <a:t>26. 05. 2024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12A1AF04-FC86-E0BC-0DD7-FB5226FE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7ECA7BD9-2FF1-9B59-8D03-BFB0B525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t>‹#›</a:t>
            </a:fld>
            <a:endParaRPr lang="sl-SI"/>
          </a:p>
        </p:txBody>
      </p:sp>
      <p:sp>
        <p:nvSpPr>
          <p:cNvPr id="15" name="Naslov 1">
            <a:extLst>
              <a:ext uri="{FF2B5EF4-FFF2-40B4-BE49-F238E27FC236}">
                <a16:creationId xmlns:a16="http://schemas.microsoft.com/office/drawing/2014/main" id="{11DD9E87-9CC5-0017-45DD-1563015B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81037"/>
            <a:ext cx="10580687" cy="919163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10" name="Označba mesta besedila 9">
            <a:extLst>
              <a:ext uri="{FF2B5EF4-FFF2-40B4-BE49-F238E27FC236}">
                <a16:creationId xmlns:a16="http://schemas.microsoft.com/office/drawing/2014/main" id="{867C8730-C055-2978-4F7D-B0E1731DC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3071409"/>
            <a:ext cx="5160963" cy="282137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sp>
        <p:nvSpPr>
          <p:cNvPr id="11" name="Označba mesta besedila 9">
            <a:extLst>
              <a:ext uri="{FF2B5EF4-FFF2-40B4-BE49-F238E27FC236}">
                <a16:creationId xmlns:a16="http://schemas.microsoft.com/office/drawing/2014/main" id="{35D48C4A-BCCB-66D6-DB98-B4A8891894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071409"/>
            <a:ext cx="5160963" cy="282137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l-SI" dirty="0"/>
              <a:t>Kliknite za urejanje slogov besedila matrice</a:t>
            </a: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996E3FFD-B1F8-5C6F-979C-47C94BD066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8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(siv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E0332E-C593-3CF1-DC65-48DDA49A2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858" y="1676400"/>
            <a:ext cx="8806542" cy="3494314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citat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D3517AB-2CA2-8EA2-5469-7B35DD2A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C27D-160B-443F-BB7F-1F3C75CE4007}" type="datetime1">
              <a:rPr lang="sl-SI" smtClean="0"/>
              <a:t>26. 05. 2024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ED073EA3-F910-4E95-C3C2-3CBAB7A8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2AE5F49-F3D6-D6E2-5FB7-0D7EF76A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DD222C3-D4D7-1CF7-ADE7-A0BAE771EB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76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(rdeč)">
    <p:bg>
      <p:bgPr>
        <a:solidFill>
          <a:srgbClr val="E03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E0332E-C593-3CF1-DC65-48DDA49A2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858" y="1676400"/>
            <a:ext cx="8806542" cy="3494314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citat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D3517AB-2CA2-8EA2-5469-7B35DD2A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C27D-160B-443F-BB7F-1F3C75CE4007}" type="datetime1">
              <a:rPr lang="sl-SI" smtClean="0"/>
              <a:t>26. 05. 2024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ED073EA3-F910-4E95-C3C2-3CBAB7A8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2AE5F49-F3D6-D6E2-5FB7-0D7EF76A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AE27ED91-5CE1-D234-AC5B-EF7AA535D6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33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(be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E0332E-C593-3CF1-DC65-48DDA49A2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858" y="1676400"/>
            <a:ext cx="8806542" cy="3494314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58595B"/>
                </a:solidFill>
              </a:defRPr>
            </a:lvl1pPr>
          </a:lstStyle>
          <a:p>
            <a:r>
              <a:rPr lang="sl-SI" dirty="0"/>
              <a:t>Kliknite, če želite dodati citat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D3517AB-2CA2-8EA2-5469-7B35DD2A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C27D-160B-443F-BB7F-1F3C75CE4007}" type="datetime1">
              <a:rPr lang="sl-SI" smtClean="0"/>
              <a:t>26. 05. 2024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ED073EA3-F910-4E95-C3C2-3CBAB7A8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2AE5F49-F3D6-D6E2-5FB7-0D7EF76A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8595B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1826D15F-046D-1D82-9B4A-2AE87B2F71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54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z dvema številskima prikazo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4E7D20F-B8A0-CF22-B566-23A1202DA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600075"/>
            <a:ext cx="6696075" cy="1228725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79E82A6C-DD12-6EA8-14E3-57215094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325619DD-8EC7-7EAB-A08A-EB0C941E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41BEB60-F14D-D46D-F939-D204845B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B3F27475-1FB1-F246-C4A7-3CA9C9F161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3819525"/>
            <a:ext cx="5048249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B6C10AE4-372F-9663-BBBE-EFB3A48A9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2552700"/>
            <a:ext cx="5048250" cy="1114426"/>
          </a:xfrm>
        </p:spPr>
        <p:txBody>
          <a:bodyPr anchor="b">
            <a:noAutofit/>
          </a:bodyPr>
          <a:lstStyle>
            <a:lvl1pPr marL="0" indent="0" algn="ctr">
              <a:buNone/>
              <a:defRPr sz="66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16" name="Označba mesta besedila 8">
            <a:extLst>
              <a:ext uri="{FF2B5EF4-FFF2-40B4-BE49-F238E27FC236}">
                <a16:creationId xmlns:a16="http://schemas.microsoft.com/office/drawing/2014/main" id="{212DE12C-DFAD-C00D-26BE-CCC72DB6FB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474" y="3819525"/>
            <a:ext cx="4962526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7" name="Označba mesta besedila 10">
            <a:extLst>
              <a:ext uri="{FF2B5EF4-FFF2-40B4-BE49-F238E27FC236}">
                <a16:creationId xmlns:a16="http://schemas.microsoft.com/office/drawing/2014/main" id="{CC99D20A-700C-8A3F-8582-EF73C8204F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475" y="2552700"/>
            <a:ext cx="4962526" cy="1114426"/>
          </a:xfrm>
        </p:spPr>
        <p:txBody>
          <a:bodyPr anchor="b">
            <a:noAutofit/>
          </a:bodyPr>
          <a:lstStyle>
            <a:lvl1pPr marL="0" indent="0" algn="ctr">
              <a:buNone/>
              <a:defRPr sz="66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6ED476CB-59EC-9CC6-3F61-9C4C9BE62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074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s tremi številskimi prikaz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4E7D20F-B8A0-CF22-B566-23A1202DA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600075"/>
            <a:ext cx="6705600" cy="1228725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79E82A6C-DD12-6EA8-14E3-57215094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325619DD-8EC7-7EAB-A08A-EB0C941E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41BEB60-F14D-D46D-F939-D204845B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B3F27475-1FB1-F246-C4A7-3CA9C9F161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3819525"/>
            <a:ext cx="3124199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B6C10AE4-372F-9663-BBBE-EFB3A48A9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2552700"/>
            <a:ext cx="3124200" cy="1114426"/>
          </a:xfrm>
        </p:spPr>
        <p:txBody>
          <a:bodyPr anchor="b">
            <a:noAutofit/>
          </a:bodyPr>
          <a:lstStyle>
            <a:lvl1pPr marL="0" indent="0">
              <a:buNone/>
              <a:defRPr sz="66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14" name="Označba mesta besedila 8">
            <a:extLst>
              <a:ext uri="{FF2B5EF4-FFF2-40B4-BE49-F238E27FC236}">
                <a16:creationId xmlns:a16="http://schemas.microsoft.com/office/drawing/2014/main" id="{B1228920-FED2-6EAA-BB02-4622E5FDF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3450" y="3819525"/>
            <a:ext cx="3124199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5" name="Označba mesta besedila 10">
            <a:extLst>
              <a:ext uri="{FF2B5EF4-FFF2-40B4-BE49-F238E27FC236}">
                <a16:creationId xmlns:a16="http://schemas.microsoft.com/office/drawing/2014/main" id="{0B64DD15-66B2-CBFE-2655-082825249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43449" y="2552700"/>
            <a:ext cx="3124200" cy="1114426"/>
          </a:xfrm>
        </p:spPr>
        <p:txBody>
          <a:bodyPr anchor="b">
            <a:noAutofit/>
          </a:bodyPr>
          <a:lstStyle>
            <a:lvl1pPr marL="0" indent="0">
              <a:buNone/>
              <a:defRPr sz="66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16" name="Označba mesta besedila 8">
            <a:extLst>
              <a:ext uri="{FF2B5EF4-FFF2-40B4-BE49-F238E27FC236}">
                <a16:creationId xmlns:a16="http://schemas.microsoft.com/office/drawing/2014/main" id="{212DE12C-DFAD-C00D-26BE-CCC72DB6FB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24900" y="3819525"/>
            <a:ext cx="2705099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7" name="Označba mesta besedila 10">
            <a:extLst>
              <a:ext uri="{FF2B5EF4-FFF2-40B4-BE49-F238E27FC236}">
                <a16:creationId xmlns:a16="http://schemas.microsoft.com/office/drawing/2014/main" id="{CC99D20A-700C-8A3F-8582-EF73C8204F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4899" y="2552700"/>
            <a:ext cx="2705102" cy="1114426"/>
          </a:xfrm>
        </p:spPr>
        <p:txBody>
          <a:bodyPr anchor="b">
            <a:noAutofit/>
          </a:bodyPr>
          <a:lstStyle>
            <a:lvl1pPr marL="0" indent="0">
              <a:buNone/>
              <a:defRPr sz="66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B9CB529B-CD11-6312-DF5A-BEE559D48F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09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s štirimi številskimi prikaz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4E7D20F-B8A0-CF22-B566-23A1202DA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600075"/>
            <a:ext cx="6705600" cy="1228725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79E82A6C-DD12-6EA8-14E3-57215094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325619DD-8EC7-7EAB-A08A-EB0C941E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41BEB60-F14D-D46D-F939-D204845B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B3F27475-1FB1-F246-C4A7-3CA9C9F161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2" y="3819525"/>
            <a:ext cx="2190748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B6C10AE4-372F-9663-BBBE-EFB3A48A9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2552700"/>
            <a:ext cx="2190750" cy="1114426"/>
          </a:xfrm>
        </p:spPr>
        <p:txBody>
          <a:bodyPr anchor="b">
            <a:noAutofit/>
          </a:bodyPr>
          <a:lstStyle>
            <a:lvl1pPr marL="0" indent="0">
              <a:buNone/>
              <a:defRPr sz="4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6" name="Označba mesta besedila 8">
            <a:extLst>
              <a:ext uri="{FF2B5EF4-FFF2-40B4-BE49-F238E27FC236}">
                <a16:creationId xmlns:a16="http://schemas.microsoft.com/office/drawing/2014/main" id="{7BCE31C8-9F0F-2083-E04D-72DF2F8D94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9250" y="3819525"/>
            <a:ext cx="2190748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7" name="Označba mesta besedila 10">
            <a:extLst>
              <a:ext uri="{FF2B5EF4-FFF2-40B4-BE49-F238E27FC236}">
                <a16:creationId xmlns:a16="http://schemas.microsoft.com/office/drawing/2014/main" id="{F64AD261-6835-E5C2-C452-6DAC6C0AC2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9248" y="2552700"/>
            <a:ext cx="2190750" cy="1114426"/>
          </a:xfrm>
        </p:spPr>
        <p:txBody>
          <a:bodyPr anchor="b">
            <a:noAutofit/>
          </a:bodyPr>
          <a:lstStyle>
            <a:lvl1pPr marL="0" indent="0">
              <a:buNone/>
              <a:defRPr sz="4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8" name="Označba mesta besedila 8">
            <a:extLst>
              <a:ext uri="{FF2B5EF4-FFF2-40B4-BE49-F238E27FC236}">
                <a16:creationId xmlns:a16="http://schemas.microsoft.com/office/drawing/2014/main" id="{F69DB8FA-C75D-A071-F4DD-D059BDAAEC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751" y="3819525"/>
            <a:ext cx="2190748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0" name="Označba mesta besedila 10">
            <a:extLst>
              <a:ext uri="{FF2B5EF4-FFF2-40B4-BE49-F238E27FC236}">
                <a16:creationId xmlns:a16="http://schemas.microsoft.com/office/drawing/2014/main" id="{D8470A2F-D445-10F5-0E61-43EFCC970B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7749" y="2552700"/>
            <a:ext cx="2190750" cy="1114426"/>
          </a:xfrm>
        </p:spPr>
        <p:txBody>
          <a:bodyPr anchor="b">
            <a:noAutofit/>
          </a:bodyPr>
          <a:lstStyle>
            <a:lvl1pPr marL="0" indent="0">
              <a:buNone/>
              <a:defRPr sz="4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12" name="Označba mesta besedila 8">
            <a:extLst>
              <a:ext uri="{FF2B5EF4-FFF2-40B4-BE49-F238E27FC236}">
                <a16:creationId xmlns:a16="http://schemas.microsoft.com/office/drawing/2014/main" id="{9B230E77-1FA9-5732-26B4-13825B8783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3500" y="3819525"/>
            <a:ext cx="2190748" cy="20955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Kliknite, če želite dodati besedilo</a:t>
            </a:r>
          </a:p>
        </p:txBody>
      </p:sp>
      <p:sp>
        <p:nvSpPr>
          <p:cNvPr id="13" name="Označba mesta besedila 10">
            <a:extLst>
              <a:ext uri="{FF2B5EF4-FFF2-40B4-BE49-F238E27FC236}">
                <a16:creationId xmlns:a16="http://schemas.microsoft.com/office/drawing/2014/main" id="{85998DBE-AD5B-BB3E-A794-6DF22D20AC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3498" y="2552700"/>
            <a:ext cx="2190750" cy="1114426"/>
          </a:xfrm>
        </p:spPr>
        <p:txBody>
          <a:bodyPr anchor="b">
            <a:noAutofit/>
          </a:bodyPr>
          <a:lstStyle>
            <a:lvl1pPr marL="0" indent="0">
              <a:buNone/>
              <a:defRPr sz="4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dirty="0"/>
              <a:t>Štev.</a:t>
            </a:r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F0051232-8CDA-75C1-DCB6-1A97F0D548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063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kaz podatk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značba mesta besedila 20">
            <a:extLst>
              <a:ext uri="{FF2B5EF4-FFF2-40B4-BE49-F238E27FC236}">
                <a16:creationId xmlns:a16="http://schemas.microsoft.com/office/drawing/2014/main" id="{1C40DA2A-F06C-D356-EB86-3FAD7868BD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69878" y="4155935"/>
            <a:ext cx="4301257" cy="2702065"/>
          </a:xfrm>
          <a:solidFill>
            <a:srgbClr val="7A7A7C"/>
          </a:solidFill>
        </p:spPr>
        <p:txBody>
          <a:bodyPr lIns="432000" tIns="396000" rIns="432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7" name="Označba mesta besedila 20">
            <a:extLst>
              <a:ext uri="{FF2B5EF4-FFF2-40B4-BE49-F238E27FC236}">
                <a16:creationId xmlns:a16="http://schemas.microsoft.com/office/drawing/2014/main" id="{6D374ED9-BD81-717E-70E7-70F9E6ED81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71136" y="4155935"/>
            <a:ext cx="4420754" cy="2702065"/>
          </a:xfrm>
          <a:solidFill>
            <a:srgbClr val="ACACAD"/>
          </a:solidFill>
        </p:spPr>
        <p:txBody>
          <a:bodyPr lIns="432000" tIns="396000" rIns="432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8" name="Označba mesta besedila 18">
            <a:extLst>
              <a:ext uri="{FF2B5EF4-FFF2-40B4-BE49-F238E27FC236}">
                <a16:creationId xmlns:a16="http://schemas.microsoft.com/office/drawing/2014/main" id="{4F2560A7-A2D1-88ED-737E-2960C9515B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1219200"/>
            <a:ext cx="3469985" cy="5639229"/>
          </a:xfrm>
          <a:solidFill>
            <a:srgbClr val="E03127"/>
          </a:solidFill>
        </p:spPr>
        <p:txBody>
          <a:bodyPr lIns="360000" tIns="432000" rIns="36000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Kliknite če želite dodati besedilo</a:t>
            </a:r>
          </a:p>
        </p:txBody>
      </p:sp>
      <p:sp>
        <p:nvSpPr>
          <p:cNvPr id="9" name="Označba mesta besedila 20">
            <a:extLst>
              <a:ext uri="{FF2B5EF4-FFF2-40B4-BE49-F238E27FC236}">
                <a16:creationId xmlns:a16="http://schemas.microsoft.com/office/drawing/2014/main" id="{0FE20C4D-E04A-EE4E-B5F6-60AFAE0E1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9878" y="1218771"/>
            <a:ext cx="4301257" cy="2937164"/>
          </a:xfrm>
          <a:solidFill>
            <a:srgbClr val="58595B"/>
          </a:solidFill>
        </p:spPr>
        <p:txBody>
          <a:bodyPr lIns="432000" tIns="396000" rIns="432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10" name="Označba mesta besedila 20">
            <a:extLst>
              <a:ext uri="{FF2B5EF4-FFF2-40B4-BE49-F238E27FC236}">
                <a16:creationId xmlns:a16="http://schemas.microsoft.com/office/drawing/2014/main" id="{E2B1AC70-4977-79D1-437F-61B4270C5E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71135" y="1218771"/>
            <a:ext cx="4420755" cy="2937164"/>
          </a:xfrm>
          <a:solidFill>
            <a:srgbClr val="9B9B9D"/>
          </a:solidFill>
        </p:spPr>
        <p:txBody>
          <a:bodyPr lIns="432000" tIns="396000" rIns="432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25F3C74-5AA0-1CED-11E3-8227B143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4E9B7E1E-9598-C0B7-95FF-357C6CEE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6DE89965-3561-C719-4EFB-98510AC9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4B28BF75-48F0-047B-6ED7-D4D773BA7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56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kaz podatkov vodorav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25F3C74-5AA0-1CED-11E3-8227B143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4E9B7E1E-9598-C0B7-95FF-357C6CEE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6DE89965-3561-C719-4EFB-98510AC9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31" name="Naslov 1">
            <a:extLst>
              <a:ext uri="{FF2B5EF4-FFF2-40B4-BE49-F238E27FC236}">
                <a16:creationId xmlns:a16="http://schemas.microsoft.com/office/drawing/2014/main" id="{C8CD690C-6063-7683-1D0A-17AF44E355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600075"/>
            <a:ext cx="6705600" cy="1228725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76CB0CB4-6E7F-E0B4-9405-F0299C68F8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  <p:sp>
        <p:nvSpPr>
          <p:cNvPr id="6" name="Označba mesta besedila 20">
            <a:extLst>
              <a:ext uri="{FF2B5EF4-FFF2-40B4-BE49-F238E27FC236}">
                <a16:creationId xmlns:a16="http://schemas.microsoft.com/office/drawing/2014/main" id="{4D30AF0B-A158-20FE-8D01-2653F8B1708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2837" y="4293060"/>
            <a:ext cx="5069163" cy="1848179"/>
          </a:xfrm>
          <a:solidFill>
            <a:srgbClr val="9B9B9D"/>
          </a:solidFill>
        </p:spPr>
        <p:txBody>
          <a:bodyPr lIns="432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7" name="Označba mesta besedila 20">
            <a:extLst>
              <a:ext uri="{FF2B5EF4-FFF2-40B4-BE49-F238E27FC236}">
                <a16:creationId xmlns:a16="http://schemas.microsoft.com/office/drawing/2014/main" id="{968B9A0A-2406-6307-C10D-213062D5EE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3136" y="2076020"/>
            <a:ext cx="6478863" cy="1848179"/>
          </a:xfrm>
          <a:solidFill>
            <a:srgbClr val="58595B"/>
          </a:solidFill>
        </p:spPr>
        <p:txBody>
          <a:bodyPr lIns="432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8" name="Označba mesta besedila 20">
            <a:extLst>
              <a:ext uri="{FF2B5EF4-FFF2-40B4-BE49-F238E27FC236}">
                <a16:creationId xmlns:a16="http://schemas.microsoft.com/office/drawing/2014/main" id="{5C1C2950-5260-50D2-8745-AFB6B7E147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4284960"/>
            <a:ext cx="6720689" cy="1848179"/>
          </a:xfrm>
          <a:solidFill>
            <a:srgbClr val="7A7A7C"/>
          </a:solidFill>
        </p:spPr>
        <p:txBody>
          <a:bodyPr lIns="4788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9" name="Označba mesta besedila 20">
            <a:extLst>
              <a:ext uri="{FF2B5EF4-FFF2-40B4-BE49-F238E27FC236}">
                <a16:creationId xmlns:a16="http://schemas.microsoft.com/office/drawing/2014/main" id="{91C9550E-4DD0-2063-0080-9718619905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2076021"/>
            <a:ext cx="5310988" cy="1848179"/>
          </a:xfrm>
          <a:solidFill>
            <a:srgbClr val="E03127"/>
          </a:solidFill>
        </p:spPr>
        <p:txBody>
          <a:bodyPr lIns="3384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</p:spTree>
    <p:extLst>
      <p:ext uri="{BB962C8B-B14F-4D97-AF65-F5344CB8AC3E}">
        <p14:creationId xmlns:p14="http://schemas.microsoft.com/office/powerpoint/2010/main" val="3129181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kaz podatkov s stolp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značba mesta besedila 20">
            <a:extLst>
              <a:ext uri="{FF2B5EF4-FFF2-40B4-BE49-F238E27FC236}">
                <a16:creationId xmlns:a16="http://schemas.microsoft.com/office/drawing/2014/main" id="{E6A8923C-FE9F-4ED6-EE83-872A637D0E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5066" y="3656348"/>
            <a:ext cx="2228851" cy="3201652"/>
          </a:xfrm>
          <a:solidFill>
            <a:srgbClr val="9B9B9D"/>
          </a:solidFill>
        </p:spPr>
        <p:txBody>
          <a:bodyPr lIns="396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11" name="Označba mesta besedila 20">
            <a:extLst>
              <a:ext uri="{FF2B5EF4-FFF2-40B4-BE49-F238E27FC236}">
                <a16:creationId xmlns:a16="http://schemas.microsoft.com/office/drawing/2014/main" id="{8382B027-480F-F7BF-F26C-E0E1834F5C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9599" y="2884822"/>
            <a:ext cx="2228851" cy="3973178"/>
          </a:xfrm>
          <a:solidFill>
            <a:srgbClr val="7A7A7C"/>
          </a:solidFill>
        </p:spPr>
        <p:txBody>
          <a:bodyPr lIns="396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21" name="Označba mesta besedila 20">
            <a:extLst>
              <a:ext uri="{FF2B5EF4-FFF2-40B4-BE49-F238E27FC236}">
                <a16:creationId xmlns:a16="http://schemas.microsoft.com/office/drawing/2014/main" id="{DA75128C-711B-F854-9205-18E92564F0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84130" y="4499827"/>
            <a:ext cx="2228851" cy="2358173"/>
          </a:xfrm>
          <a:solidFill>
            <a:srgbClr val="58595B"/>
          </a:solidFill>
        </p:spPr>
        <p:txBody>
          <a:bodyPr lIns="396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22" name="Označba mesta besedila 20">
            <a:extLst>
              <a:ext uri="{FF2B5EF4-FFF2-40B4-BE49-F238E27FC236}">
                <a16:creationId xmlns:a16="http://schemas.microsoft.com/office/drawing/2014/main" id="{E202EF25-4EEF-A7F4-17FE-D1E1111345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8663" y="2524062"/>
            <a:ext cx="2228851" cy="4333938"/>
          </a:xfrm>
          <a:solidFill>
            <a:srgbClr val="E03127"/>
          </a:solidFill>
        </p:spPr>
        <p:txBody>
          <a:bodyPr lIns="396000" tIns="396000" rIns="396000" bIns="396000">
            <a:noAutofit/>
          </a:bodyPr>
          <a:lstStyle>
            <a:lvl1pPr marL="0" indent="0"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l-SI" dirty="0"/>
              <a:t>Štev.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25F3C74-5AA0-1CED-11E3-8227B143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4E9B7E1E-9598-C0B7-95FF-357C6CEE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6DE89965-3561-C719-4EFB-98510AC9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20" name="Naslov 1">
            <a:extLst>
              <a:ext uri="{FF2B5EF4-FFF2-40B4-BE49-F238E27FC236}">
                <a16:creationId xmlns:a16="http://schemas.microsoft.com/office/drawing/2014/main" id="{D58BE308-2982-CE14-75D9-97E0F6F358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600075"/>
            <a:ext cx="6705600" cy="1228725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E03127"/>
                </a:solidFill>
              </a:defRPr>
            </a:lvl1pPr>
          </a:lstStyle>
          <a:p>
            <a:r>
              <a:rPr lang="sl-SI" dirty="0"/>
              <a:t>Kliknite, če želite dodati naslov</a:t>
            </a: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39D0954-2DA8-E6DE-9352-CE5A9F0FB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92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3B300E7B-29A3-CD95-2425-7DC5890A1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B1B35-11A5-456D-9C1F-A4115C79D341}" type="datetime1">
              <a:rPr lang="sl-SI" smtClean="0"/>
              <a:t>26. 05. 2024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2641BFE-8EE8-E824-20ED-AD7BE8D0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8EFE7EF4-E675-5CE6-57F1-BE643416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t>‹#›</a:t>
            </a:fld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A39EE63-8D3E-12CA-52C3-43A1064700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5" y="348678"/>
            <a:ext cx="817103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308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dnji diapozitiv (siv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14AD21BD-CF18-993E-AFC5-2682D8160E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261" b="9209"/>
          <a:stretch/>
        </p:blipFill>
        <p:spPr>
          <a:xfrm>
            <a:off x="5752790" y="0"/>
            <a:ext cx="6439210" cy="68580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9FC8557E-85AA-65AB-2CA6-E739C908F0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7564" y="1440000"/>
            <a:ext cx="7610186" cy="29681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besedilo zadnjega diapozitiva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9CFE5F7-1966-7889-7B2D-1B2BFF3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1E021AB9-29B0-5B68-0F53-24A21BDA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DF23B87E-DEB4-D607-DFC5-33A0524B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73451356-BFD6-E221-5F67-82A3E0B065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25600" y="5802313"/>
            <a:ext cx="3848100" cy="7365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sz="1600" dirty="0"/>
              <a:t>Avtor in kontakt</a:t>
            </a:r>
            <a:endParaRPr lang="sl-SI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175BFAE8-6203-6AA6-6D47-BDCF5ABEAD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1" y="718030"/>
            <a:ext cx="2500584" cy="11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411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dnji diapozitiv (rdeč)">
    <p:bg>
      <p:bgPr>
        <a:solidFill>
          <a:srgbClr val="E03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E1FB1C0E-9866-C2FE-174C-B3425F0688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261" b="9209"/>
          <a:stretch/>
        </p:blipFill>
        <p:spPr>
          <a:xfrm>
            <a:off x="5752790" y="0"/>
            <a:ext cx="6439210" cy="68580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9FC8557E-85AA-65AB-2CA6-E739C908F0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7564" y="1440000"/>
            <a:ext cx="7610186" cy="29681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besedilo zadnjega diapozitiva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9CFE5F7-1966-7889-7B2D-1B2BFF3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1E021AB9-29B0-5B68-0F53-24A21BDA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DF23B87E-DEB4-D607-DFC5-33A0524B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73451356-BFD6-E221-5F67-82A3E0B065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25600" y="5802313"/>
            <a:ext cx="3848100" cy="7365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sz="1600" dirty="0"/>
              <a:t>Avtor in kontakt</a:t>
            </a:r>
            <a:endParaRPr lang="sl-SI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4067740C-E023-4EBF-9067-9D4C416FF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1" y="718030"/>
            <a:ext cx="2500584" cy="11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317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dnji diapozitiv (siv s sliko)">
    <p:bg>
      <p:bgPr>
        <a:solidFill>
          <a:srgbClr val="585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480FD177-A796-7324-8ADD-1BC9D89D3B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2" b="9592"/>
          <a:stretch/>
        </p:blipFill>
        <p:spPr>
          <a:xfrm>
            <a:off x="4507347" y="0"/>
            <a:ext cx="7684653" cy="68580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9FC8557E-85AA-65AB-2CA6-E739C908F0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7564" y="1440000"/>
            <a:ext cx="7610186" cy="29681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sl-SI" dirty="0"/>
              <a:t>Kliknite, če želite dodati besedilo zadnjega diapozitiva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F9CFE5F7-1966-7889-7B2D-1B2BFF3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1E021AB9-29B0-5B68-0F53-24A21BDA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DF23B87E-DEB4-D607-DFC5-33A0524B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73451356-BFD6-E221-5F67-82A3E0B065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25600" y="5802313"/>
            <a:ext cx="3848100" cy="7365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l-SI" sz="1600" dirty="0"/>
              <a:t>Avtor in kontakt</a:t>
            </a:r>
            <a:endParaRPr lang="sl-SI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2FB3A457-79E9-CFF7-3DEA-DB0B145378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1" y="718030"/>
            <a:ext cx="2500584" cy="11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6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697F0DEF-6724-AAAD-86EB-217DEB8A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B67F798C-E23E-F232-34BC-999145B8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CCFE8D93-7515-CA0D-DB1D-A05C5A509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73238D-C30F-4C53-AE0B-75EDF3ABF15F}" type="datetime1">
              <a:rPr lang="sl-SI" smtClean="0"/>
              <a:t>26. 05. 2024</a:t>
            </a:fld>
            <a:endParaRPr lang="sl-SI" dirty="0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35946DC4-0B7C-C743-AC9B-A8D380E9E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sl-SI" dirty="0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19CE4054-58CF-AD12-1849-3A44746C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90" y="6127750"/>
            <a:ext cx="764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58595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F6EA49-1D49-4C98-B784-A96DA3E6E2D2}" type="slidenum">
              <a:rPr lang="sl-SI" smtClean="0"/>
              <a:pPr/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42090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69" r:id="rId3"/>
    <p:sldLayoutId id="2147483684" r:id="rId4"/>
    <p:sldLayoutId id="2147483665" r:id="rId5"/>
    <p:sldLayoutId id="2147483673" r:id="rId6"/>
    <p:sldLayoutId id="2147483672" r:id="rId7"/>
    <p:sldLayoutId id="2147483663" r:id="rId8"/>
    <p:sldLayoutId id="2147483674" r:id="rId9"/>
    <p:sldLayoutId id="2147483675" r:id="rId10"/>
    <p:sldLayoutId id="2147483688" r:id="rId11"/>
    <p:sldLayoutId id="2147483650" r:id="rId12"/>
    <p:sldLayoutId id="2147483694" r:id="rId13"/>
    <p:sldLayoutId id="2147483689" r:id="rId14"/>
    <p:sldLayoutId id="2147483662" r:id="rId15"/>
    <p:sldLayoutId id="2147483652" r:id="rId16"/>
    <p:sldLayoutId id="2147483653" r:id="rId17"/>
    <p:sldLayoutId id="2147483681" r:id="rId18"/>
    <p:sldLayoutId id="2147483654" r:id="rId19"/>
    <p:sldLayoutId id="2147483679" r:id="rId20"/>
    <p:sldLayoutId id="2147483680" r:id="rId21"/>
    <p:sldLayoutId id="2147483687" r:id="rId22"/>
    <p:sldLayoutId id="2147483667" r:id="rId23"/>
    <p:sldLayoutId id="2147483686" r:id="rId24"/>
    <p:sldLayoutId id="2147483690" r:id="rId25"/>
    <p:sldLayoutId id="2147483692" r:id="rId26"/>
    <p:sldLayoutId id="2147483693" r:id="rId27"/>
    <p:sldLayoutId id="2147483655" r:id="rId28"/>
    <p:sldLayoutId id="2147483666" r:id="rId29"/>
    <p:sldLayoutId id="2147483676" r:id="rId30"/>
    <p:sldLayoutId id="2147483677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8595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8595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8595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8595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slov 6">
            <a:extLst>
              <a:ext uri="{FF2B5EF4-FFF2-40B4-BE49-F238E27FC236}">
                <a16:creationId xmlns:a16="http://schemas.microsoft.com/office/drawing/2014/main" id="{EA74D554-92BB-D5DA-EE0A-2E41DE815D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Podnaslov 8">
            <a:extLst>
              <a:ext uri="{FF2B5EF4-FFF2-40B4-BE49-F238E27FC236}">
                <a16:creationId xmlns:a16="http://schemas.microsoft.com/office/drawing/2014/main" id="{38324B27-889A-9714-5A8A-9AB88ED780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1" name="Označba mesta vsebine 10">
            <a:extLst>
              <a:ext uri="{FF2B5EF4-FFF2-40B4-BE49-F238E27FC236}">
                <a16:creationId xmlns:a16="http://schemas.microsoft.com/office/drawing/2014/main" id="{AB23C283-05BC-BB23-6970-2435DB8D904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3" name="Označba mesta vsebine 12">
            <a:extLst>
              <a:ext uri="{FF2B5EF4-FFF2-40B4-BE49-F238E27FC236}">
                <a16:creationId xmlns:a16="http://schemas.microsoft.com/office/drawing/2014/main" id="{68A3AEBA-0871-5CB8-F63D-E3AAF1317C1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22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slov 6">
            <a:extLst>
              <a:ext uri="{FF2B5EF4-FFF2-40B4-BE49-F238E27FC236}">
                <a16:creationId xmlns:a16="http://schemas.microsoft.com/office/drawing/2014/main" id="{FC08B828-E3AA-377E-8216-E5EE1CDBB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Podnaslov 8">
            <a:extLst>
              <a:ext uri="{FF2B5EF4-FFF2-40B4-BE49-F238E27FC236}">
                <a16:creationId xmlns:a16="http://schemas.microsoft.com/office/drawing/2014/main" id="{3AC36233-CF51-C883-EA34-D3DA502D4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1" name="Označba mesta vsebine 10">
            <a:extLst>
              <a:ext uri="{FF2B5EF4-FFF2-40B4-BE49-F238E27FC236}">
                <a16:creationId xmlns:a16="http://schemas.microsoft.com/office/drawing/2014/main" id="{E4C6561D-9298-D7DC-8994-F376370E8C5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3" name="Označba mesta vsebine 12">
            <a:extLst>
              <a:ext uri="{FF2B5EF4-FFF2-40B4-BE49-F238E27FC236}">
                <a16:creationId xmlns:a16="http://schemas.microsoft.com/office/drawing/2014/main" id="{894C54BD-DDB5-B9AB-F366-CCA5DB93F35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963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D197E6E-D6EB-ADAF-A710-A56B27748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EA51700A-9395-40D8-7872-1CEA50222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56B15DC0-D7D5-5B5B-1A4F-551E7D55D4A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vsebine 4">
            <a:extLst>
              <a:ext uri="{FF2B5EF4-FFF2-40B4-BE49-F238E27FC236}">
                <a16:creationId xmlns:a16="http://schemas.microsoft.com/office/drawing/2014/main" id="{923D5845-8089-3C9C-D469-BBD97C5DF96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7310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3E60ACA6-1104-532F-EB70-EAF8FBE695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Naslov 8">
            <a:extLst>
              <a:ext uri="{FF2B5EF4-FFF2-40B4-BE49-F238E27FC236}">
                <a16:creationId xmlns:a16="http://schemas.microsoft.com/office/drawing/2014/main" id="{CF7F0B58-4B6E-4F13-8965-E6027285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1310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66CBECC3-F482-7430-544D-A313817B6C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46690" y="6127750"/>
            <a:ext cx="764310" cy="365125"/>
          </a:xfrm>
        </p:spPr>
        <p:txBody>
          <a:bodyPr/>
          <a:lstStyle/>
          <a:p>
            <a:fld id="{BEF6EA49-1D49-4C98-B784-A96DA3E6E2D2}" type="slidenum">
              <a:rPr lang="sl-SI" smtClean="0"/>
              <a:pPr/>
              <a:t>5</a:t>
            </a:fld>
            <a:endParaRPr lang="sl-SI" dirty="0"/>
          </a:p>
        </p:txBody>
      </p:sp>
      <p:sp>
        <p:nvSpPr>
          <p:cNvPr id="21" name="Naslov 20">
            <a:extLst>
              <a:ext uri="{FF2B5EF4-FFF2-40B4-BE49-F238E27FC236}">
                <a16:creationId xmlns:a16="http://schemas.microsoft.com/office/drawing/2014/main" id="{21B394FF-92CD-A522-A049-A4DCDAB9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3" name="Označba mesta besedila 22">
            <a:extLst>
              <a:ext uri="{FF2B5EF4-FFF2-40B4-BE49-F238E27FC236}">
                <a16:creationId xmlns:a16="http://schemas.microsoft.com/office/drawing/2014/main" id="{B1E4712B-3855-3A80-B8A9-666142C3F5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25" name="Označba mesta besedila 24">
            <a:extLst>
              <a:ext uri="{FF2B5EF4-FFF2-40B4-BE49-F238E27FC236}">
                <a16:creationId xmlns:a16="http://schemas.microsoft.com/office/drawing/2014/main" id="{DA4CA45B-F316-5A69-D356-BBFD199B7B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27" name="Označba mesta besedila 26">
            <a:extLst>
              <a:ext uri="{FF2B5EF4-FFF2-40B4-BE49-F238E27FC236}">
                <a16:creationId xmlns:a16="http://schemas.microsoft.com/office/drawing/2014/main" id="{536113B2-83FB-0F0C-C5C3-14C7C936C6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9" name="Označba mesta besedila 28">
            <a:extLst>
              <a:ext uri="{FF2B5EF4-FFF2-40B4-BE49-F238E27FC236}">
                <a16:creationId xmlns:a16="http://schemas.microsoft.com/office/drawing/2014/main" id="{8B2F8093-8205-4E14-61D2-01820127B1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1" name="Označba mesta besedila 30">
            <a:extLst>
              <a:ext uri="{FF2B5EF4-FFF2-40B4-BE49-F238E27FC236}">
                <a16:creationId xmlns:a16="http://schemas.microsoft.com/office/drawing/2014/main" id="{806E0D1F-DDC1-8849-AE2A-4E1BE49011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3" name="Označba mesta besedila 32">
            <a:extLst>
              <a:ext uri="{FF2B5EF4-FFF2-40B4-BE49-F238E27FC236}">
                <a16:creationId xmlns:a16="http://schemas.microsoft.com/office/drawing/2014/main" id="{CDB08C28-2DC7-A787-73C5-C4C4EE04AC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5" name="Označba mesta besedila 34">
            <a:extLst>
              <a:ext uri="{FF2B5EF4-FFF2-40B4-BE49-F238E27FC236}">
                <a16:creationId xmlns:a16="http://schemas.microsoft.com/office/drawing/2014/main" id="{71A57642-29A8-7CA5-86AF-2EA5A4D1FD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37" name="Označba mesta besedila 36">
            <a:extLst>
              <a:ext uri="{FF2B5EF4-FFF2-40B4-BE49-F238E27FC236}">
                <a16:creationId xmlns:a16="http://schemas.microsoft.com/office/drawing/2014/main" id="{80C0BEB0-6BBD-2DDF-1102-8DC6ED51023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39" name="Označba mesta besedila 38">
            <a:extLst>
              <a:ext uri="{FF2B5EF4-FFF2-40B4-BE49-F238E27FC236}">
                <a16:creationId xmlns:a16="http://schemas.microsoft.com/office/drawing/2014/main" id="{64E74311-3203-E0C5-CE9A-C39105B1FD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41" name="Označba mesta besedila 40">
            <a:extLst>
              <a:ext uri="{FF2B5EF4-FFF2-40B4-BE49-F238E27FC236}">
                <a16:creationId xmlns:a16="http://schemas.microsoft.com/office/drawing/2014/main" id="{8D5BCDE5-7FF9-BBC4-9F69-98F77CFF66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43" name="Označba mesta besedila 42">
            <a:extLst>
              <a:ext uri="{FF2B5EF4-FFF2-40B4-BE49-F238E27FC236}">
                <a16:creationId xmlns:a16="http://schemas.microsoft.com/office/drawing/2014/main" id="{D390D4A0-2915-A249-C4E1-749C039065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5" name="Označba mesta besedila 44">
            <a:extLst>
              <a:ext uri="{FF2B5EF4-FFF2-40B4-BE49-F238E27FC236}">
                <a16:creationId xmlns:a16="http://schemas.microsoft.com/office/drawing/2014/main" id="{A25B2F98-415A-1062-22D5-DE3FED744AD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7" name="Označba mesta besedila 46">
            <a:extLst>
              <a:ext uri="{FF2B5EF4-FFF2-40B4-BE49-F238E27FC236}">
                <a16:creationId xmlns:a16="http://schemas.microsoft.com/office/drawing/2014/main" id="{C5B87FC4-6CDB-FD4E-D2FE-8A91A443A4E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9" name="Označba mesta besedila 48">
            <a:extLst>
              <a:ext uri="{FF2B5EF4-FFF2-40B4-BE49-F238E27FC236}">
                <a16:creationId xmlns:a16="http://schemas.microsoft.com/office/drawing/2014/main" id="{41222D61-8238-6BBA-1816-F7B52214F0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1" name="Označba mesta besedila 50">
            <a:extLst>
              <a:ext uri="{FF2B5EF4-FFF2-40B4-BE49-F238E27FC236}">
                <a16:creationId xmlns:a16="http://schemas.microsoft.com/office/drawing/2014/main" id="{F92B7176-BC52-279A-7C32-DB07BE9D5E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53" name="Označba mesta besedila 52">
            <a:extLst>
              <a:ext uri="{FF2B5EF4-FFF2-40B4-BE49-F238E27FC236}">
                <a16:creationId xmlns:a16="http://schemas.microsoft.com/office/drawing/2014/main" id="{C8DF6D1A-DB25-AA0E-F838-AE351F6889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1309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slov 19">
            <a:extLst>
              <a:ext uri="{FF2B5EF4-FFF2-40B4-BE49-F238E27FC236}">
                <a16:creationId xmlns:a16="http://schemas.microsoft.com/office/drawing/2014/main" id="{5A58BB15-1A3E-E935-0719-E5DAC1C6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2" name="Označba mesta besedila 21">
            <a:extLst>
              <a:ext uri="{FF2B5EF4-FFF2-40B4-BE49-F238E27FC236}">
                <a16:creationId xmlns:a16="http://schemas.microsoft.com/office/drawing/2014/main" id="{7660E691-42AB-664C-75A5-8EE4171630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24" name="Označba mesta besedila 23">
            <a:extLst>
              <a:ext uri="{FF2B5EF4-FFF2-40B4-BE49-F238E27FC236}">
                <a16:creationId xmlns:a16="http://schemas.microsoft.com/office/drawing/2014/main" id="{D4B7EE39-010E-63E3-68B6-B8C81A93C8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26" name="Označba mesta besedila 25">
            <a:extLst>
              <a:ext uri="{FF2B5EF4-FFF2-40B4-BE49-F238E27FC236}">
                <a16:creationId xmlns:a16="http://schemas.microsoft.com/office/drawing/2014/main" id="{FC95B23C-1D9A-468B-EF60-D8AD84B13A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8" name="Označba mesta besedila 27">
            <a:extLst>
              <a:ext uri="{FF2B5EF4-FFF2-40B4-BE49-F238E27FC236}">
                <a16:creationId xmlns:a16="http://schemas.microsoft.com/office/drawing/2014/main" id="{A5FD61DA-6663-F81D-7000-5B33FAB3F2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0" name="Označba mesta besedila 29">
            <a:extLst>
              <a:ext uri="{FF2B5EF4-FFF2-40B4-BE49-F238E27FC236}">
                <a16:creationId xmlns:a16="http://schemas.microsoft.com/office/drawing/2014/main" id="{FA21D52D-2CD1-942A-A4D9-456396F6CB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2" name="Označba mesta besedila 31">
            <a:extLst>
              <a:ext uri="{FF2B5EF4-FFF2-40B4-BE49-F238E27FC236}">
                <a16:creationId xmlns:a16="http://schemas.microsoft.com/office/drawing/2014/main" id="{6911712C-3DB3-8BEA-83A5-4B46E5E32B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4" name="Označba mesta besedila 33">
            <a:extLst>
              <a:ext uri="{FF2B5EF4-FFF2-40B4-BE49-F238E27FC236}">
                <a16:creationId xmlns:a16="http://schemas.microsoft.com/office/drawing/2014/main" id="{FD6BEE65-1845-3BBD-3820-D48EC80D02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36" name="Označba mesta besedila 35">
            <a:extLst>
              <a:ext uri="{FF2B5EF4-FFF2-40B4-BE49-F238E27FC236}">
                <a16:creationId xmlns:a16="http://schemas.microsoft.com/office/drawing/2014/main" id="{CB50DCDC-C470-B2A1-1912-288D687471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38" name="Označba mesta besedila 37">
            <a:extLst>
              <a:ext uri="{FF2B5EF4-FFF2-40B4-BE49-F238E27FC236}">
                <a16:creationId xmlns:a16="http://schemas.microsoft.com/office/drawing/2014/main" id="{FBAC1A1C-7A3C-2A4C-B53B-6A6E964EB4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40" name="Označba mesta besedila 39">
            <a:extLst>
              <a:ext uri="{FF2B5EF4-FFF2-40B4-BE49-F238E27FC236}">
                <a16:creationId xmlns:a16="http://schemas.microsoft.com/office/drawing/2014/main" id="{68414913-4152-C041-25D3-CF254D8515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42" name="Označba mesta besedila 41">
            <a:extLst>
              <a:ext uri="{FF2B5EF4-FFF2-40B4-BE49-F238E27FC236}">
                <a16:creationId xmlns:a16="http://schemas.microsoft.com/office/drawing/2014/main" id="{5E0009BA-8B94-8E57-0CE6-9635D33021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4" name="Označba mesta besedila 43">
            <a:extLst>
              <a:ext uri="{FF2B5EF4-FFF2-40B4-BE49-F238E27FC236}">
                <a16:creationId xmlns:a16="http://schemas.microsoft.com/office/drawing/2014/main" id="{DD42170B-41B5-588D-192D-0282CAAFA5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6" name="Označba mesta besedila 45">
            <a:extLst>
              <a:ext uri="{FF2B5EF4-FFF2-40B4-BE49-F238E27FC236}">
                <a16:creationId xmlns:a16="http://schemas.microsoft.com/office/drawing/2014/main" id="{66E0DDC2-8728-C958-75AE-9466DCAD7E1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8" name="Označba mesta besedila 47">
            <a:extLst>
              <a:ext uri="{FF2B5EF4-FFF2-40B4-BE49-F238E27FC236}">
                <a16:creationId xmlns:a16="http://schemas.microsoft.com/office/drawing/2014/main" id="{C23C2FC0-787C-0918-747D-CCB4540140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0" name="Označba mesta besedila 49">
            <a:extLst>
              <a:ext uri="{FF2B5EF4-FFF2-40B4-BE49-F238E27FC236}">
                <a16:creationId xmlns:a16="http://schemas.microsoft.com/office/drawing/2014/main" id="{3CF576F1-97CA-1B40-BA21-A80E01ED161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52" name="Označba mesta besedila 51">
            <a:extLst>
              <a:ext uri="{FF2B5EF4-FFF2-40B4-BE49-F238E27FC236}">
                <a16:creationId xmlns:a16="http://schemas.microsoft.com/office/drawing/2014/main" id="{5FD3FBF7-A7CC-CA56-643C-B43680AE246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301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slov 19">
            <a:extLst>
              <a:ext uri="{FF2B5EF4-FFF2-40B4-BE49-F238E27FC236}">
                <a16:creationId xmlns:a16="http://schemas.microsoft.com/office/drawing/2014/main" id="{6B82BA15-5396-E0FB-7A08-B47BEB23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2" name="Označba mesta besedila 21">
            <a:extLst>
              <a:ext uri="{FF2B5EF4-FFF2-40B4-BE49-F238E27FC236}">
                <a16:creationId xmlns:a16="http://schemas.microsoft.com/office/drawing/2014/main" id="{CC489C7E-3C11-F6FF-8857-D116AF391A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24" name="Označba mesta besedila 23">
            <a:extLst>
              <a:ext uri="{FF2B5EF4-FFF2-40B4-BE49-F238E27FC236}">
                <a16:creationId xmlns:a16="http://schemas.microsoft.com/office/drawing/2014/main" id="{8C5B5968-5A97-5EAF-4829-CE7C00C113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26" name="Označba mesta besedila 25">
            <a:extLst>
              <a:ext uri="{FF2B5EF4-FFF2-40B4-BE49-F238E27FC236}">
                <a16:creationId xmlns:a16="http://schemas.microsoft.com/office/drawing/2014/main" id="{30F73371-8750-EFF9-71AF-48CC0EF07C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8" name="Označba mesta besedila 27">
            <a:extLst>
              <a:ext uri="{FF2B5EF4-FFF2-40B4-BE49-F238E27FC236}">
                <a16:creationId xmlns:a16="http://schemas.microsoft.com/office/drawing/2014/main" id="{0215C016-5A05-783E-1A6C-B98D064944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0" name="Označba mesta besedila 29">
            <a:extLst>
              <a:ext uri="{FF2B5EF4-FFF2-40B4-BE49-F238E27FC236}">
                <a16:creationId xmlns:a16="http://schemas.microsoft.com/office/drawing/2014/main" id="{348F7723-8926-2EF6-4B94-8E3124BEE1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2" name="Označba mesta besedila 31">
            <a:extLst>
              <a:ext uri="{FF2B5EF4-FFF2-40B4-BE49-F238E27FC236}">
                <a16:creationId xmlns:a16="http://schemas.microsoft.com/office/drawing/2014/main" id="{08C8DEAA-9344-82B0-0BB0-8A3DB2DD120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4" name="Označba mesta besedila 33">
            <a:extLst>
              <a:ext uri="{FF2B5EF4-FFF2-40B4-BE49-F238E27FC236}">
                <a16:creationId xmlns:a16="http://schemas.microsoft.com/office/drawing/2014/main" id="{3D735100-EA17-3D57-D1F6-111AE5226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36" name="Označba mesta besedila 35">
            <a:extLst>
              <a:ext uri="{FF2B5EF4-FFF2-40B4-BE49-F238E27FC236}">
                <a16:creationId xmlns:a16="http://schemas.microsoft.com/office/drawing/2014/main" id="{72289808-CECA-92A5-C7AD-D89448DC4B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38" name="Označba mesta besedila 37">
            <a:extLst>
              <a:ext uri="{FF2B5EF4-FFF2-40B4-BE49-F238E27FC236}">
                <a16:creationId xmlns:a16="http://schemas.microsoft.com/office/drawing/2014/main" id="{62895B2D-BF7F-1E81-0D4A-AA9DB6A8219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40" name="Označba mesta besedila 39">
            <a:extLst>
              <a:ext uri="{FF2B5EF4-FFF2-40B4-BE49-F238E27FC236}">
                <a16:creationId xmlns:a16="http://schemas.microsoft.com/office/drawing/2014/main" id="{5764E6E2-429D-C161-3E0D-8F6EE5C7EF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42" name="Označba mesta besedila 41">
            <a:extLst>
              <a:ext uri="{FF2B5EF4-FFF2-40B4-BE49-F238E27FC236}">
                <a16:creationId xmlns:a16="http://schemas.microsoft.com/office/drawing/2014/main" id="{252A044A-1E8A-3A7A-F110-1C103119C7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4" name="Označba mesta besedila 43">
            <a:extLst>
              <a:ext uri="{FF2B5EF4-FFF2-40B4-BE49-F238E27FC236}">
                <a16:creationId xmlns:a16="http://schemas.microsoft.com/office/drawing/2014/main" id="{C4CE8231-2BFB-92BB-9271-5BB61A92C6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6" name="Označba mesta besedila 45">
            <a:extLst>
              <a:ext uri="{FF2B5EF4-FFF2-40B4-BE49-F238E27FC236}">
                <a16:creationId xmlns:a16="http://schemas.microsoft.com/office/drawing/2014/main" id="{B466431D-54A0-E1D7-3CB3-920DF62437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8" name="Označba mesta besedila 47">
            <a:extLst>
              <a:ext uri="{FF2B5EF4-FFF2-40B4-BE49-F238E27FC236}">
                <a16:creationId xmlns:a16="http://schemas.microsoft.com/office/drawing/2014/main" id="{DB36264F-F7D5-E1BA-FD7B-42CAE0229A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0" name="Označba mesta besedila 49">
            <a:extLst>
              <a:ext uri="{FF2B5EF4-FFF2-40B4-BE49-F238E27FC236}">
                <a16:creationId xmlns:a16="http://schemas.microsoft.com/office/drawing/2014/main" id="{27DEF5F7-7CDC-0107-6C71-594C19BAA8E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  <p:sp>
        <p:nvSpPr>
          <p:cNvPr id="52" name="Označba mesta besedila 51">
            <a:extLst>
              <a:ext uri="{FF2B5EF4-FFF2-40B4-BE49-F238E27FC236}">
                <a16:creationId xmlns:a16="http://schemas.microsoft.com/office/drawing/2014/main" id="{D8432A6C-9D1F-1747-97E5-33B9AEDB031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lnSpcReduction="10000"/>
          </a:bodyPr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7606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B576B4F1-BF9A-A6FD-59BF-75D090A0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8</a:t>
            </a:fld>
            <a:endParaRPr lang="sl-SI" dirty="0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9AE79983-C13A-2A59-37B4-B407C817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770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76593121-FE6C-9970-69C2-1167EDD9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9</a:t>
            </a:fld>
            <a:endParaRPr lang="sl-SI" dirty="0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F796C266-E767-B6FF-4CB3-F5CBD1B3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9831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129A8C74-4BDF-D7B9-AD39-D7CC77CB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10</a:t>
            </a:fld>
            <a:endParaRPr lang="sl-SI" dirty="0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734E7AB4-02C9-414D-D4D6-F49EC76E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98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D22F201-8951-1046-48BC-7FEB1C6A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11</a:t>
            </a:fld>
            <a:endParaRPr lang="sl-SI" dirty="0"/>
          </a:p>
        </p:txBody>
      </p:sp>
      <p:pic>
        <p:nvPicPr>
          <p:cNvPr id="12" name="Označba mesta slike 11">
            <a:extLst>
              <a:ext uri="{FF2B5EF4-FFF2-40B4-BE49-F238E27FC236}">
                <a16:creationId xmlns:a16="http://schemas.microsoft.com/office/drawing/2014/main" id="{9DC9A639-A9E6-531A-D83E-44C23BA50A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7" r="22651"/>
          <a:stretch/>
        </p:blipFill>
        <p:spPr>
          <a:xfrm>
            <a:off x="-1" y="0"/>
            <a:ext cx="5209310" cy="6858000"/>
          </a:xfrm>
        </p:spPr>
      </p:pic>
      <p:sp>
        <p:nvSpPr>
          <p:cNvPr id="7" name="Označba mesta besedila 6">
            <a:extLst>
              <a:ext uri="{FF2B5EF4-FFF2-40B4-BE49-F238E27FC236}">
                <a16:creationId xmlns:a16="http://schemas.microsoft.com/office/drawing/2014/main" id="{7F1A3BC4-0A7A-1528-FD6D-08C12AB656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9" name="Označba mesta vsebine 8">
            <a:extLst>
              <a:ext uri="{FF2B5EF4-FFF2-40B4-BE49-F238E27FC236}">
                <a16:creationId xmlns:a16="http://schemas.microsoft.com/office/drawing/2014/main" id="{B56B61EE-822D-7B52-EA4D-C4ADCE780E54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F70FE865-DDE6-82CB-5B4E-C810D691EB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5872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A5136400-5782-D9D4-74A6-0BC745ED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12</a:t>
            </a:fld>
            <a:endParaRPr lang="sl-SI" dirty="0"/>
          </a:p>
        </p:txBody>
      </p:sp>
      <p:pic>
        <p:nvPicPr>
          <p:cNvPr id="8" name="Označba mesta slike 7">
            <a:extLst>
              <a:ext uri="{FF2B5EF4-FFF2-40B4-BE49-F238E27FC236}">
                <a16:creationId xmlns:a16="http://schemas.microsoft.com/office/drawing/2014/main" id="{2D61724D-AA12-3CC7-AD22-2B042FEFB0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2" b="4812"/>
          <a:stretch>
            <a:fillRect/>
          </a:stretch>
        </p:blipFill>
        <p:spPr/>
      </p:pic>
      <p:sp>
        <p:nvSpPr>
          <p:cNvPr id="7" name="Naslov 6">
            <a:extLst>
              <a:ext uri="{FF2B5EF4-FFF2-40B4-BE49-F238E27FC236}">
                <a16:creationId xmlns:a16="http://schemas.microsoft.com/office/drawing/2014/main" id="{83F91F70-EFF6-B187-2226-8FB09679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0" name="Označba mesta vsebine 9">
            <a:extLst>
              <a:ext uri="{FF2B5EF4-FFF2-40B4-BE49-F238E27FC236}">
                <a16:creationId xmlns:a16="http://schemas.microsoft.com/office/drawing/2014/main" id="{6CE62C9E-E275-317B-4DA0-2A0C13383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2" name="Označba mesta besedila 11">
            <a:extLst>
              <a:ext uri="{FF2B5EF4-FFF2-40B4-BE49-F238E27FC236}">
                <a16:creationId xmlns:a16="http://schemas.microsoft.com/office/drawing/2014/main" id="{FE55539F-C445-B19A-E544-2789623B14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09748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5A8B3FB5-EC02-2A83-03EC-04FD195A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13</a:t>
            </a:fld>
            <a:endParaRPr lang="sl-SI" dirty="0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028E6B50-C843-62C2-A9AC-FE355194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3226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DD03059B-5703-112F-2C0C-EAC41342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14</a:t>
            </a:fld>
            <a:endParaRPr lang="sl-SI" dirty="0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AB1A6A90-6461-5A9D-E03D-3DECB800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76217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426A9D42-99DB-BFF3-DF57-39EAD74C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15</a:t>
            </a:fld>
            <a:endParaRPr lang="sl-SI" dirty="0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AEDC27A2-BD3E-05A7-A868-FCA8C9E8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1156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95CC28D9-9C00-36CB-3209-33037A0A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t>16</a:t>
            </a:fld>
            <a:endParaRPr lang="sl-SI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122CFF00-A50D-CBB3-2072-7A5A79105C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69DD447E-8465-E2F1-B7C0-29B943677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2FB28B9A-FBDF-CEEE-A3FA-4A15A42DC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5" name="Označba mesta besedila 14">
            <a:extLst>
              <a:ext uri="{FF2B5EF4-FFF2-40B4-BE49-F238E27FC236}">
                <a16:creationId xmlns:a16="http://schemas.microsoft.com/office/drawing/2014/main" id="{7A91339A-1241-20C6-0761-A8D34375E6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7" name="Naslov 16">
            <a:extLst>
              <a:ext uri="{FF2B5EF4-FFF2-40B4-BE49-F238E27FC236}">
                <a16:creationId xmlns:a16="http://schemas.microsoft.com/office/drawing/2014/main" id="{B7E19D6C-F095-0C93-9200-EECADA64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70434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7AB32B0A-E645-5FA2-F5A9-82D79CD9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t>17</a:t>
            </a:fld>
            <a:endParaRPr lang="sl-SI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E50C6FC8-734D-0DD7-56E7-D8BEE2BFB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1829BFE6-327B-81F9-39AA-DC290D7CB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5DD52482-F7CD-32E3-CCD5-19D497A90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5" name="Označba mesta besedila 14">
            <a:extLst>
              <a:ext uri="{FF2B5EF4-FFF2-40B4-BE49-F238E27FC236}">
                <a16:creationId xmlns:a16="http://schemas.microsoft.com/office/drawing/2014/main" id="{A04D42FD-A0D2-C66F-C85D-2BA2DD0A41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7" name="Naslov 16">
            <a:extLst>
              <a:ext uri="{FF2B5EF4-FFF2-40B4-BE49-F238E27FC236}">
                <a16:creationId xmlns:a16="http://schemas.microsoft.com/office/drawing/2014/main" id="{4C11F810-47B0-74AF-869A-4181232F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568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2737C9A-F7F5-C177-975B-5346537D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ABEB48-7A47-81EE-0A8A-FA5D2D9BC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29538B92-3A32-6160-9508-AC898924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18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003948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značba mesta grafikona 5">
            <a:extLst>
              <a:ext uri="{FF2B5EF4-FFF2-40B4-BE49-F238E27FC236}">
                <a16:creationId xmlns:a16="http://schemas.microsoft.com/office/drawing/2014/main" id="{A317C69C-161E-EBBB-4A51-C00562984945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397544172"/>
              </p:ext>
            </p:extLst>
          </p:nvPr>
        </p:nvGraphicFramePr>
        <p:xfrm>
          <a:off x="838200" y="2209800"/>
          <a:ext cx="8639175" cy="391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C3298B11-3D32-1D20-5C82-E9DBE593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19</a:t>
            </a:fld>
            <a:endParaRPr lang="sl-SI" dirty="0"/>
          </a:p>
        </p:txBody>
      </p:sp>
      <p:sp>
        <p:nvSpPr>
          <p:cNvPr id="4" name="Naslov 3">
            <a:extLst>
              <a:ext uri="{FF2B5EF4-FFF2-40B4-BE49-F238E27FC236}">
                <a16:creationId xmlns:a16="http://schemas.microsoft.com/office/drawing/2014/main" id="{973D487A-4E4C-B404-3F04-A14D563E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57284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značba mesta grafikona 5">
            <a:extLst>
              <a:ext uri="{FF2B5EF4-FFF2-40B4-BE49-F238E27FC236}">
                <a16:creationId xmlns:a16="http://schemas.microsoft.com/office/drawing/2014/main" id="{8CF7D5EB-96B4-3B3C-9FAD-F170F6169B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732128"/>
              </p:ext>
            </p:extLst>
          </p:nvPr>
        </p:nvGraphicFramePr>
        <p:xfrm>
          <a:off x="838200" y="2209800"/>
          <a:ext cx="6800273" cy="391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Naslov 1">
            <a:extLst>
              <a:ext uri="{FF2B5EF4-FFF2-40B4-BE49-F238E27FC236}">
                <a16:creationId xmlns:a16="http://schemas.microsoft.com/office/drawing/2014/main" id="{C73E6D46-7962-96BE-0511-9DA2C74F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89CE957B-09EA-933E-5D63-976BC1AE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20</a:t>
            </a:fld>
            <a:endParaRPr lang="sl-SI" dirty="0"/>
          </a:p>
        </p:txBody>
      </p:sp>
      <p:sp>
        <p:nvSpPr>
          <p:cNvPr id="5" name="Označba mesta vsebine 4">
            <a:extLst>
              <a:ext uri="{FF2B5EF4-FFF2-40B4-BE49-F238E27FC236}">
                <a16:creationId xmlns:a16="http://schemas.microsoft.com/office/drawing/2014/main" id="{35AF770D-2A22-C9C1-9074-CFC8C8A1C7D4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19099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60AE95E7-9C0C-6B45-C0F1-982B6C26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21</a:t>
            </a:fld>
            <a:endParaRPr lang="sl-SI" dirty="0"/>
          </a:p>
        </p:txBody>
      </p:sp>
      <p:graphicFrame>
        <p:nvGraphicFramePr>
          <p:cNvPr id="6" name="Označba mesta tabele 5">
            <a:extLst>
              <a:ext uri="{FF2B5EF4-FFF2-40B4-BE49-F238E27FC236}">
                <a16:creationId xmlns:a16="http://schemas.microsoft.com/office/drawing/2014/main" id="{BAF785F9-4400-69B4-A26E-8B19F9B6E006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613989555"/>
              </p:ext>
            </p:extLst>
          </p:nvPr>
        </p:nvGraphicFramePr>
        <p:xfrm>
          <a:off x="914399" y="2786336"/>
          <a:ext cx="10132291" cy="2538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850">
                  <a:extLst>
                    <a:ext uri="{9D8B030D-6E8A-4147-A177-3AD203B41FA5}">
                      <a16:colId xmlns:a16="http://schemas.microsoft.com/office/drawing/2014/main" val="941932810"/>
                    </a:ext>
                  </a:extLst>
                </a:gridCol>
                <a:gridCol w="5043012">
                  <a:extLst>
                    <a:ext uri="{9D8B030D-6E8A-4147-A177-3AD203B41FA5}">
                      <a16:colId xmlns:a16="http://schemas.microsoft.com/office/drawing/2014/main" val="349213338"/>
                    </a:ext>
                  </a:extLst>
                </a:gridCol>
                <a:gridCol w="1748861">
                  <a:extLst>
                    <a:ext uri="{9D8B030D-6E8A-4147-A177-3AD203B41FA5}">
                      <a16:colId xmlns:a16="http://schemas.microsoft.com/office/drawing/2014/main" val="1722557711"/>
                    </a:ext>
                  </a:extLst>
                </a:gridCol>
                <a:gridCol w="1628568">
                  <a:extLst>
                    <a:ext uri="{9D8B030D-6E8A-4147-A177-3AD203B41FA5}">
                      <a16:colId xmlns:a16="http://schemas.microsoft.com/office/drawing/2014/main" val="816531957"/>
                    </a:ext>
                  </a:extLst>
                </a:gridCol>
              </a:tblGrid>
              <a:tr h="362591">
                <a:tc>
                  <a:txBody>
                    <a:bodyPr/>
                    <a:lstStyle/>
                    <a:p>
                      <a:endParaRPr lang="sl-SI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Plačilna skupina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Ženske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Moški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02345"/>
                  </a:ext>
                </a:extLst>
              </a:tr>
              <a:tr h="362591">
                <a:tc>
                  <a:txBody>
                    <a:bodyPr/>
                    <a:lstStyle/>
                    <a:p>
                      <a:endParaRPr lang="sl-SI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 (pedagoška delovna mesta)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818398"/>
                  </a:ext>
                </a:extLst>
              </a:tr>
              <a:tr h="362591">
                <a:tc>
                  <a:txBody>
                    <a:bodyPr/>
                    <a:lstStyle/>
                    <a:p>
                      <a:endParaRPr lang="sl-SI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(delovna mesta za zdravstveno dejavnost)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481954"/>
                  </a:ext>
                </a:extLst>
              </a:tr>
              <a:tr h="362591">
                <a:tc>
                  <a:txBody>
                    <a:bodyPr/>
                    <a:lstStyle/>
                    <a:p>
                      <a:endParaRPr lang="sl-SI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(raziskovalna delovna mesta)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095618"/>
                  </a:ext>
                </a:extLst>
              </a:tr>
              <a:tr h="362591">
                <a:tc>
                  <a:txBody>
                    <a:bodyPr/>
                    <a:lstStyle/>
                    <a:p>
                      <a:endParaRPr lang="sl-SI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 (spremljajoča delovna mesta)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414104"/>
                  </a:ext>
                </a:extLst>
              </a:tr>
              <a:tr h="362591">
                <a:tc>
                  <a:txBody>
                    <a:bodyPr/>
                    <a:lstStyle/>
                    <a:p>
                      <a:r>
                        <a:rPr lang="sl-SI" sz="1600" b="1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Vsota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l-SI" sz="1600" b="1">
                        <a:solidFill>
                          <a:srgbClr val="58595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b="1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b="1" dirty="0">
                          <a:solidFill>
                            <a:srgbClr val="5859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747883"/>
                  </a:ext>
                </a:extLst>
              </a:tr>
              <a:tr h="362591">
                <a:tc>
                  <a:txBody>
                    <a:bodyPr/>
                    <a:lstStyle/>
                    <a:p>
                      <a:r>
                        <a:rPr lang="sl-SI" sz="1600" b="1" dirty="0">
                          <a:solidFill>
                            <a:srgbClr val="E0312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Vsi skupaj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l-SI" sz="1600">
                        <a:solidFill>
                          <a:srgbClr val="58595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b="1" dirty="0">
                          <a:solidFill>
                            <a:srgbClr val="E0312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l-SI" sz="1600" dirty="0">
                        <a:solidFill>
                          <a:srgbClr val="58595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307567"/>
                  </a:ext>
                </a:extLst>
              </a:tr>
            </a:tbl>
          </a:graphicData>
        </a:graphic>
      </p:graphicFrame>
      <p:sp>
        <p:nvSpPr>
          <p:cNvPr id="5" name="Naslov 4">
            <a:extLst>
              <a:ext uri="{FF2B5EF4-FFF2-40B4-BE49-F238E27FC236}">
                <a16:creationId xmlns:a16="http://schemas.microsoft.com/office/drawing/2014/main" id="{92556365-6030-4073-6F86-53A4D430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60758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4F2B380E-DA03-D6AE-6A81-8C384E28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22</a:t>
            </a:fld>
            <a:endParaRPr lang="sl-SI" dirty="0"/>
          </a:p>
        </p:txBody>
      </p:sp>
      <p:graphicFrame>
        <p:nvGraphicFramePr>
          <p:cNvPr id="10" name="Označba mesta grafikona 9">
            <a:extLst>
              <a:ext uri="{FF2B5EF4-FFF2-40B4-BE49-F238E27FC236}">
                <a16:creationId xmlns:a16="http://schemas.microsoft.com/office/drawing/2014/main" id="{6B97A3A6-1154-13CD-3243-CA75FF83DC54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759032367"/>
              </p:ext>
            </p:extLst>
          </p:nvPr>
        </p:nvGraphicFramePr>
        <p:xfrm>
          <a:off x="838200" y="2209800"/>
          <a:ext cx="10533063" cy="4283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Naslov 4">
            <a:extLst>
              <a:ext uri="{FF2B5EF4-FFF2-40B4-BE49-F238E27FC236}">
                <a16:creationId xmlns:a16="http://schemas.microsoft.com/office/drawing/2014/main" id="{CC0CF3BE-DC24-93EA-6546-FB4168C6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04955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F4228D11-1537-C99D-D183-59BA6A2F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23</a:t>
            </a:fld>
            <a:endParaRPr lang="sl-SI" dirty="0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20774311-6056-DAF7-AC8C-A330A4AD43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24BBC32F-D050-ED76-33EC-2D710F2AF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E378AFD6-61DA-6CE5-CA16-F6FDB879C1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5" name="Označba mesta besedila 14">
            <a:extLst>
              <a:ext uri="{FF2B5EF4-FFF2-40B4-BE49-F238E27FC236}">
                <a16:creationId xmlns:a16="http://schemas.microsoft.com/office/drawing/2014/main" id="{56FED4E9-2BA6-B70B-98F5-EE71708A39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7" name="Naslov 16">
            <a:extLst>
              <a:ext uri="{FF2B5EF4-FFF2-40B4-BE49-F238E27FC236}">
                <a16:creationId xmlns:a16="http://schemas.microsoft.com/office/drawing/2014/main" id="{25CC4960-B736-E4B9-3E5E-9B8C283A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7304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82861F86-2F82-C86B-E247-5E4877FE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24</a:t>
            </a:fld>
            <a:endParaRPr lang="sl-SI" dirty="0"/>
          </a:p>
        </p:txBody>
      </p:sp>
      <p:sp>
        <p:nvSpPr>
          <p:cNvPr id="11" name="Označba mesta besedila 10">
            <a:extLst>
              <a:ext uri="{FF2B5EF4-FFF2-40B4-BE49-F238E27FC236}">
                <a16:creationId xmlns:a16="http://schemas.microsoft.com/office/drawing/2014/main" id="{83CDEBA9-DDBF-085F-E95F-7813387235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BCD5A83C-8069-E271-BA22-1893F30C84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5" name="Označba mesta besedila 14">
            <a:extLst>
              <a:ext uri="{FF2B5EF4-FFF2-40B4-BE49-F238E27FC236}">
                <a16:creationId xmlns:a16="http://schemas.microsoft.com/office/drawing/2014/main" id="{B34B518E-E325-BF30-9AD8-29B1B299CC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7" name="Označba mesta besedila 16">
            <a:extLst>
              <a:ext uri="{FF2B5EF4-FFF2-40B4-BE49-F238E27FC236}">
                <a16:creationId xmlns:a16="http://schemas.microsoft.com/office/drawing/2014/main" id="{6F2188BC-F863-2E9F-3259-DA7E637542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9" name="Označba mesta besedila 18">
            <a:extLst>
              <a:ext uri="{FF2B5EF4-FFF2-40B4-BE49-F238E27FC236}">
                <a16:creationId xmlns:a16="http://schemas.microsoft.com/office/drawing/2014/main" id="{FFB77170-D308-A2D2-207D-113BE66D1C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1" name="Označba mesta besedila 20">
            <a:extLst>
              <a:ext uri="{FF2B5EF4-FFF2-40B4-BE49-F238E27FC236}">
                <a16:creationId xmlns:a16="http://schemas.microsoft.com/office/drawing/2014/main" id="{3394925B-9ED6-1116-BA8F-9121D21E14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3" name="Naslov 22">
            <a:extLst>
              <a:ext uri="{FF2B5EF4-FFF2-40B4-BE49-F238E27FC236}">
                <a16:creationId xmlns:a16="http://schemas.microsoft.com/office/drawing/2014/main" id="{2D0E5E99-1D48-589B-D2BA-B8FE95FA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77046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AAF7490E-9522-D012-83B8-6E4E8E5D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25</a:t>
            </a:fld>
            <a:endParaRPr lang="sl-SI" dirty="0"/>
          </a:p>
        </p:txBody>
      </p:sp>
      <p:sp>
        <p:nvSpPr>
          <p:cNvPr id="13" name="Označba mesta besedila 12">
            <a:extLst>
              <a:ext uri="{FF2B5EF4-FFF2-40B4-BE49-F238E27FC236}">
                <a16:creationId xmlns:a16="http://schemas.microsoft.com/office/drawing/2014/main" id="{46CC41C1-7600-993B-CF4E-0D39DE283B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15" name="Označba mesta besedila 14">
            <a:extLst>
              <a:ext uri="{FF2B5EF4-FFF2-40B4-BE49-F238E27FC236}">
                <a16:creationId xmlns:a16="http://schemas.microsoft.com/office/drawing/2014/main" id="{C6452F56-717B-978A-B850-687FEF008D3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7" name="Označba mesta besedila 16">
            <a:extLst>
              <a:ext uri="{FF2B5EF4-FFF2-40B4-BE49-F238E27FC236}">
                <a16:creationId xmlns:a16="http://schemas.microsoft.com/office/drawing/2014/main" id="{DB9794A9-5DB9-E64D-17D9-93B96A71AD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19" name="Označba mesta besedila 18">
            <a:extLst>
              <a:ext uri="{FF2B5EF4-FFF2-40B4-BE49-F238E27FC236}">
                <a16:creationId xmlns:a16="http://schemas.microsoft.com/office/drawing/2014/main" id="{110BFDDC-3910-92E0-FC86-E129F897A0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1" name="Označba mesta besedila 20">
            <a:extLst>
              <a:ext uri="{FF2B5EF4-FFF2-40B4-BE49-F238E27FC236}">
                <a16:creationId xmlns:a16="http://schemas.microsoft.com/office/drawing/2014/main" id="{9A5B8E1B-8A2A-60DB-37A2-00E10257F6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3" name="Označba mesta besedila 22">
            <a:extLst>
              <a:ext uri="{FF2B5EF4-FFF2-40B4-BE49-F238E27FC236}">
                <a16:creationId xmlns:a16="http://schemas.microsoft.com/office/drawing/2014/main" id="{3933C2EA-A112-7FB4-BEE3-E2BC1625941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5" name="Označba mesta besedila 24">
            <a:extLst>
              <a:ext uri="{FF2B5EF4-FFF2-40B4-BE49-F238E27FC236}">
                <a16:creationId xmlns:a16="http://schemas.microsoft.com/office/drawing/2014/main" id="{CF5A0A28-70BE-F6CA-0EF1-9D8AE7F309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7" name="Označba mesta besedila 26">
            <a:extLst>
              <a:ext uri="{FF2B5EF4-FFF2-40B4-BE49-F238E27FC236}">
                <a16:creationId xmlns:a16="http://schemas.microsoft.com/office/drawing/2014/main" id="{E8693D24-1AC1-12D5-7E70-1842B3F42B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29" name="Naslov 28">
            <a:extLst>
              <a:ext uri="{FF2B5EF4-FFF2-40B4-BE49-F238E27FC236}">
                <a16:creationId xmlns:a16="http://schemas.microsoft.com/office/drawing/2014/main" id="{5A9A45FC-4CAD-48FE-DB3C-64E75DBD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10569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besedila 1">
            <a:extLst>
              <a:ext uri="{FF2B5EF4-FFF2-40B4-BE49-F238E27FC236}">
                <a16:creationId xmlns:a16="http://schemas.microsoft.com/office/drawing/2014/main" id="{EACC2702-49CE-B01B-EDAE-BDC7E150E7A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A7D2F44-E430-6029-F18E-4265C301C9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9B4BDF9A-4390-781F-D98F-0DE898A7975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5940733E-A265-A938-5D9F-7234A43CF75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besedila 5">
            <a:extLst>
              <a:ext uri="{FF2B5EF4-FFF2-40B4-BE49-F238E27FC236}">
                <a16:creationId xmlns:a16="http://schemas.microsoft.com/office/drawing/2014/main" id="{303D2506-FF29-84C6-D4BC-CFEE6490EAF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3A2D09CA-5891-D8BF-9A8E-DEEE8A21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26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791531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številke diapozitiva 1">
            <a:extLst>
              <a:ext uri="{FF2B5EF4-FFF2-40B4-BE49-F238E27FC236}">
                <a16:creationId xmlns:a16="http://schemas.microsoft.com/office/drawing/2014/main" id="{A91F7FE8-E9DC-21B5-8C0C-C1FD5640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27</a:t>
            </a:fld>
            <a:endParaRPr lang="sl-SI" dirty="0"/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DB7F6AAA-8FF9-DB95-A715-A40E96CE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397FD562-A74A-9F26-48DE-6316DEBFC7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0D62ED61-19F8-700D-6AF2-F3DD51B0623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besedila 5">
            <a:extLst>
              <a:ext uri="{FF2B5EF4-FFF2-40B4-BE49-F238E27FC236}">
                <a16:creationId xmlns:a16="http://schemas.microsoft.com/office/drawing/2014/main" id="{E10B6AAB-07BE-06A1-7514-D59066B5A9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besedila 6">
            <a:extLst>
              <a:ext uri="{FF2B5EF4-FFF2-40B4-BE49-F238E27FC236}">
                <a16:creationId xmlns:a16="http://schemas.microsoft.com/office/drawing/2014/main" id="{C6D5857A-2313-06C1-6A40-D2B8D83F6F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68699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besedila 1">
            <a:extLst>
              <a:ext uri="{FF2B5EF4-FFF2-40B4-BE49-F238E27FC236}">
                <a16:creationId xmlns:a16="http://schemas.microsoft.com/office/drawing/2014/main" id="{CA3E2B50-9988-150A-A8B0-A92DF976146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51AB104F-31BF-3DF4-2BBC-B76E13B9DA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61BD2942-C7A5-DC6C-B148-4A22ADCE0D1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C2CD6E27-51C1-40CC-E711-0CB3D9DF223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7235CBA-7508-EB67-773C-80FF2EFC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28</a:t>
            </a:fld>
            <a:endParaRPr lang="sl-SI" dirty="0"/>
          </a:p>
        </p:txBody>
      </p:sp>
      <p:sp>
        <p:nvSpPr>
          <p:cNvPr id="7" name="Naslov 6">
            <a:extLst>
              <a:ext uri="{FF2B5EF4-FFF2-40B4-BE49-F238E27FC236}">
                <a16:creationId xmlns:a16="http://schemas.microsoft.com/office/drawing/2014/main" id="{F90E6B81-94F5-EFDE-A68A-942BD05B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96273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številke diapozitiva 1">
            <a:extLst>
              <a:ext uri="{FF2B5EF4-FFF2-40B4-BE49-F238E27FC236}">
                <a16:creationId xmlns:a16="http://schemas.microsoft.com/office/drawing/2014/main" id="{F1A1AE4F-7E8F-EC60-9FDA-94101824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t>29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596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0C8B82E-269D-E4CF-5CA6-BC34D222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05F04EE3-BADA-845A-94E2-5AC97732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30</a:t>
            </a:fld>
            <a:endParaRPr lang="sl-SI" dirty="0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0232FA25-C06B-8533-40B9-91390B868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155067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4D97356D-4592-606A-CB99-1AC2CF84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31</a:t>
            </a:fld>
            <a:endParaRPr lang="sl-SI" dirty="0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F59E61F8-8116-F1CF-319E-8CF81D368E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Naslov 5">
            <a:extLst>
              <a:ext uri="{FF2B5EF4-FFF2-40B4-BE49-F238E27FC236}">
                <a16:creationId xmlns:a16="http://schemas.microsoft.com/office/drawing/2014/main" id="{D4FF4BCF-0A0F-F87E-92ED-201975DF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81235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9074699C-9812-95C1-CF23-261DDD60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A49-1D49-4C98-B784-A96DA3E6E2D2}" type="slidenum">
              <a:rPr lang="sl-SI" smtClean="0"/>
              <a:pPr/>
              <a:t>32</a:t>
            </a:fld>
            <a:endParaRPr lang="sl-SI" dirty="0"/>
          </a:p>
        </p:txBody>
      </p:sp>
      <p:sp>
        <p:nvSpPr>
          <p:cNvPr id="6" name="Naslov 5">
            <a:extLst>
              <a:ext uri="{FF2B5EF4-FFF2-40B4-BE49-F238E27FC236}">
                <a16:creationId xmlns:a16="http://schemas.microsoft.com/office/drawing/2014/main" id="{8CEA5D74-27CD-C89F-6ABF-381B041E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8" name="Označba mesta besedila 7">
            <a:extLst>
              <a:ext uri="{FF2B5EF4-FFF2-40B4-BE49-F238E27FC236}">
                <a16:creationId xmlns:a16="http://schemas.microsoft.com/office/drawing/2014/main" id="{0A8259E5-A0F1-1272-F949-12F97E19B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9950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b="0" dirty="0" smtClean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D1680C11684F94D9ECA0146A3633359" ma:contentTypeVersion="0" ma:contentTypeDescription="Ustvari nov dokument." ma:contentTypeScope="" ma:versionID="8b8fc822f3982356d98e98f63fbc068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bc75116dd7c71a50cbc6f7894763a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8F7252-A5EA-42D5-BFA6-38734C14F53D}"/>
</file>

<file path=customXml/itemProps2.xml><?xml version="1.0" encoding="utf-8"?>
<ds:datastoreItem xmlns:ds="http://schemas.openxmlformats.org/officeDocument/2006/customXml" ds:itemID="{7E2F7EBD-D231-4CF3-A054-78E5F77AFB01}"/>
</file>

<file path=customXml/itemProps3.xml><?xml version="1.0" encoding="utf-8"?>
<ds:datastoreItem xmlns:ds="http://schemas.openxmlformats.org/officeDocument/2006/customXml" ds:itemID="{D9DFEE26-C490-420B-AABF-4CD45E0B9E64}"/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114</Words>
  <Application>Microsoft Office PowerPoint</Application>
  <PresentationFormat>Širokozaslonsko</PresentationFormat>
  <Paragraphs>68</Paragraphs>
  <Slides>32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32</vt:i4>
      </vt:variant>
    </vt:vector>
  </HeadingPairs>
  <TitlesOfParts>
    <vt:vector size="36" baseType="lpstr">
      <vt:lpstr>Arial</vt:lpstr>
      <vt:lpstr>Calibri</vt:lpstr>
      <vt:lpstr>Univerza Sans</vt:lpstr>
      <vt:lpstr>Officeova tema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Naslovni diapozitiv predstavitve</dc:title>
  <dc:creator>Selan, Sandi</dc:creator>
  <cp:lastModifiedBy>Selan, Sandi</cp:lastModifiedBy>
  <cp:revision>46</cp:revision>
  <dcterms:created xsi:type="dcterms:W3CDTF">2024-03-24T19:03:43Z</dcterms:created>
  <dcterms:modified xsi:type="dcterms:W3CDTF">2024-05-26T19:13:43Z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0x010100AD1680C11684F94D9ECA0146A3633359</vt:lpwstr>
  </property>
</Properties>
</file>